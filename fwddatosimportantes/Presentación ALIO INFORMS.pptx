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4.xml" ContentType="application/vnd.openxmlformats-officedocument.presentationml.slide+xml"/>
  <Override PartName="/ppt/theme/theme1.xml" ContentType="application/vnd.openxmlformats-officedocument.theme+xml"/>
  <Default Extension="jpeg" ContentType="image/jpeg"/>
  <Override PartName="/ppt/slideLayouts/slideLayout2.xml" ContentType="application/vnd.openxmlformats-officedocument.presentationml.slideLayout+xml"/>
  <Override PartName="/ppt/slideLayouts/slideLayout3.xml" ContentType="application/vnd.openxmlformats-officedocument.presentationml.slideLayout+xml"/>
  <Default Extension="wmf" ContentType="image/x-w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Override PartName="/ppt/notesSlides/notesSlide1.xml" ContentType="application/vnd.openxmlformats-officedocument.presentationml.notesSlide+xml"/>
  <Default Extension="png" ContentType="image/png"/>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52" r:id="rId1"/>
  </p:sldMasterIdLst>
  <p:notesMasterIdLst>
    <p:notesMasterId r:id="rId26"/>
  </p:notesMasterIdLst>
  <p:sldIdLst>
    <p:sldId id="257" r:id="rId2"/>
    <p:sldId id="291" r:id="rId3"/>
    <p:sldId id="292" r:id="rId4"/>
    <p:sldId id="269" r:id="rId5"/>
    <p:sldId id="265" r:id="rId6"/>
    <p:sldId id="287" r:id="rId7"/>
    <p:sldId id="288" r:id="rId8"/>
    <p:sldId id="259" r:id="rId9"/>
    <p:sldId id="289" r:id="rId10"/>
    <p:sldId id="273" r:id="rId11"/>
    <p:sldId id="285" r:id="rId12"/>
    <p:sldId id="278" r:id="rId13"/>
    <p:sldId id="261" r:id="rId14"/>
    <p:sldId id="262" r:id="rId15"/>
    <p:sldId id="264" r:id="rId16"/>
    <p:sldId id="274" r:id="rId17"/>
    <p:sldId id="275" r:id="rId18"/>
    <p:sldId id="284" r:id="rId19"/>
    <p:sldId id="282" r:id="rId20"/>
    <p:sldId id="283" r:id="rId21"/>
    <p:sldId id="290" r:id="rId22"/>
    <p:sldId id="293" r:id="rId23"/>
    <p:sldId id="294" r:id="rId24"/>
    <p:sldId id="286" r:id="rId25"/>
  </p:sldIdLst>
  <p:sldSz cx="6858000" cy="9144000" type="screen4x3"/>
  <p:notesSz cx="9144000" cy="6858000"/>
  <p:defaultText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66FF33"/>
  </p:clrMru>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562" autoAdjust="0"/>
    <p:restoredTop sz="91525" autoAdjust="0"/>
  </p:normalViewPr>
  <p:slideViewPr>
    <p:cSldViewPr>
      <p:cViewPr>
        <p:scale>
          <a:sx n="50" d="100"/>
          <a:sy n="50" d="100"/>
        </p:scale>
        <p:origin x="-2058" y="-204"/>
      </p:cViewPr>
      <p:guideLst>
        <p:guide orient="horz" pos="2880"/>
        <p:guide pos="2160"/>
      </p:guideLst>
    </p:cSldViewPr>
  </p:slideViewPr>
  <p:outlineViewPr>
    <p:cViewPr>
      <p:scale>
        <a:sx n="33" d="100"/>
        <a:sy n="33" d="100"/>
      </p:scale>
      <p:origin x="0" y="2010"/>
    </p:cViewPr>
  </p:outlineViewPr>
  <p:notesTextViewPr>
    <p:cViewPr>
      <p:scale>
        <a:sx n="100" d="100"/>
        <a:sy n="100" d="100"/>
      </p:scale>
      <p:origin x="0" y="0"/>
    </p:cViewPr>
  </p:notesTextViewPr>
  <p:sorterViewPr>
    <p:cViewPr>
      <p:scale>
        <a:sx n="66" d="100"/>
        <a:sy n="66" d="100"/>
      </p:scale>
      <p:origin x="0" y="0"/>
    </p:cViewPr>
  </p:sorter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1 Marcador de encabezado"/>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es-ES"/>
          </a:p>
        </p:txBody>
      </p:sp>
      <p:sp>
        <p:nvSpPr>
          <p:cNvPr id="3" name="2 Marcador de fecha"/>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C2C96C1E-CFD6-40E2-B15F-60D3AD9EF16C}" type="datetimeFigureOut">
              <a:rPr lang="es-ES" smtClean="0"/>
              <a:pPr/>
              <a:t>03/06/2010</a:t>
            </a:fld>
            <a:endParaRPr lang="es-ES"/>
          </a:p>
        </p:txBody>
      </p:sp>
      <p:sp>
        <p:nvSpPr>
          <p:cNvPr id="4" name="3 Marcador de imagen de diapositiva"/>
          <p:cNvSpPr>
            <a:spLocks noGrp="1" noRot="1" noChangeAspect="1"/>
          </p:cNvSpPr>
          <p:nvPr>
            <p:ph type="sldImg" idx="2"/>
          </p:nvPr>
        </p:nvSpPr>
        <p:spPr>
          <a:xfrm>
            <a:off x="3606800" y="514350"/>
            <a:ext cx="1930400" cy="2571750"/>
          </a:xfrm>
          <a:prstGeom prst="rect">
            <a:avLst/>
          </a:prstGeom>
          <a:noFill/>
          <a:ln w="12700">
            <a:solidFill>
              <a:prstClr val="black"/>
            </a:solidFill>
          </a:ln>
        </p:spPr>
        <p:txBody>
          <a:bodyPr vert="horz" lIns="91440" tIns="45720" rIns="91440" bIns="45720" rtlCol="0" anchor="ctr"/>
          <a:lstStyle/>
          <a:p>
            <a:endParaRPr lang="es-ES"/>
          </a:p>
        </p:txBody>
      </p:sp>
      <p:sp>
        <p:nvSpPr>
          <p:cNvPr id="5" name="4 Marcador de notas"/>
          <p:cNvSpPr>
            <a:spLocks noGrp="1"/>
          </p:cNvSpPr>
          <p:nvPr>
            <p:ph type="body" sz="quarter" idx="3"/>
          </p:nvPr>
        </p:nvSpPr>
        <p:spPr>
          <a:xfrm>
            <a:off x="914400" y="3257550"/>
            <a:ext cx="7315200" cy="3086100"/>
          </a:xfrm>
          <a:prstGeom prst="rect">
            <a:avLst/>
          </a:prstGeom>
        </p:spPr>
        <p:txBody>
          <a:bodyPr vert="horz" lIns="91440" tIns="45720" rIns="91440" bIns="45720" rtlCol="0">
            <a:normAutofit/>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6" name="5 Marcador de pie de página"/>
          <p:cNvSpPr>
            <a:spLocks noGrp="1"/>
          </p:cNvSpPr>
          <p:nvPr>
            <p:ph type="ftr" sz="quarter" idx="4"/>
          </p:nvPr>
        </p:nvSpPr>
        <p:spPr>
          <a:xfrm>
            <a:off x="0" y="6513513"/>
            <a:ext cx="3962400" cy="342900"/>
          </a:xfrm>
          <a:prstGeom prst="rect">
            <a:avLst/>
          </a:prstGeom>
        </p:spPr>
        <p:txBody>
          <a:bodyPr vert="horz" lIns="91440" tIns="45720" rIns="91440" bIns="45720" rtlCol="0" anchor="b"/>
          <a:lstStyle>
            <a:lvl1pPr algn="l">
              <a:defRPr sz="1200"/>
            </a:lvl1pPr>
          </a:lstStyle>
          <a:p>
            <a:endParaRPr lang="es-ES"/>
          </a:p>
        </p:txBody>
      </p:sp>
      <p:sp>
        <p:nvSpPr>
          <p:cNvPr id="7" name="6 Marcador de número de diapositiva"/>
          <p:cNvSpPr>
            <a:spLocks noGrp="1"/>
          </p:cNvSpPr>
          <p:nvPr>
            <p:ph type="sldNum" sz="quarter" idx="5"/>
          </p:nvPr>
        </p:nvSpPr>
        <p:spPr>
          <a:xfrm>
            <a:off x="5180013" y="6513513"/>
            <a:ext cx="3962400" cy="342900"/>
          </a:xfrm>
          <a:prstGeom prst="rect">
            <a:avLst/>
          </a:prstGeom>
        </p:spPr>
        <p:txBody>
          <a:bodyPr vert="horz" lIns="91440" tIns="45720" rIns="91440" bIns="45720" rtlCol="0" anchor="b"/>
          <a:lstStyle>
            <a:lvl1pPr algn="r">
              <a:defRPr sz="1200"/>
            </a:lvl1pPr>
          </a:lstStyle>
          <a:p>
            <a:fld id="{46DFA609-3F13-45F4-9110-8699ABDE6A73}" type="slidenum">
              <a:rPr lang="es-ES" smtClean="0"/>
              <a:pPr/>
              <a:t>‹Nº›</a:t>
            </a:fld>
            <a:endParaRPr lang="es-E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a:xfrm>
            <a:off x="3606800" y="514350"/>
            <a:ext cx="1930400" cy="2571750"/>
          </a:xfrm>
        </p:spPr>
      </p:sp>
      <p:sp>
        <p:nvSpPr>
          <p:cNvPr id="3" name="2 Marcador de notas"/>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s-CO" sz="1200" dirty="0" smtClean="0"/>
              <a:t>con la puesta en acción de conceptos integrales aplicados como lo es la optimización de la utilidad donde la restricción crítica es la de tratar con recursos naturales en equilibrio ecológico y de compleja renovación.</a:t>
            </a:r>
          </a:p>
          <a:p>
            <a:endParaRPr lang="es-ES" dirty="0"/>
          </a:p>
        </p:txBody>
      </p:sp>
      <p:sp>
        <p:nvSpPr>
          <p:cNvPr id="4" name="3 Marcador de número de diapositiva"/>
          <p:cNvSpPr>
            <a:spLocks noGrp="1"/>
          </p:cNvSpPr>
          <p:nvPr>
            <p:ph type="sldNum" sz="quarter" idx="10"/>
          </p:nvPr>
        </p:nvSpPr>
        <p:spPr/>
        <p:txBody>
          <a:bodyPr/>
          <a:lstStyle/>
          <a:p>
            <a:fld id="{46DFA609-3F13-45F4-9110-8699ABDE6A73}" type="slidenum">
              <a:rPr lang="es-ES" smtClean="0"/>
              <a:pPr/>
              <a:t>5</a:t>
            </a:fld>
            <a:endParaRPr lang="es-E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a:xfrm>
            <a:off x="3606800" y="514350"/>
            <a:ext cx="1930400" cy="2571750"/>
          </a:xfrm>
        </p:spPr>
      </p:sp>
      <p:sp>
        <p:nvSpPr>
          <p:cNvPr id="3" name="2 Marcador de notas"/>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s-CO" sz="1200" dirty="0" smtClean="0"/>
              <a:t>con la puesta en acción de conceptos integrales aplicados como lo es la optimización de la utilidad donde la restricción crítica es la de tratar con recursos naturales en equilibrio ecológico y de compleja renovación.</a:t>
            </a:r>
          </a:p>
          <a:p>
            <a:endParaRPr lang="es-ES" dirty="0"/>
          </a:p>
        </p:txBody>
      </p:sp>
      <p:sp>
        <p:nvSpPr>
          <p:cNvPr id="4" name="3 Marcador de número de diapositiva"/>
          <p:cNvSpPr>
            <a:spLocks noGrp="1"/>
          </p:cNvSpPr>
          <p:nvPr>
            <p:ph type="sldNum" sz="quarter" idx="10"/>
          </p:nvPr>
        </p:nvSpPr>
        <p:spPr/>
        <p:txBody>
          <a:bodyPr/>
          <a:lstStyle/>
          <a:p>
            <a:fld id="{46DFA609-3F13-45F4-9110-8699ABDE6A73}" type="slidenum">
              <a:rPr lang="es-ES" smtClean="0"/>
              <a:pPr/>
              <a:t>6</a:t>
            </a:fld>
            <a:endParaRPr lang="es-E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7" name="6 Triángulo isósceles"/>
          <p:cNvSpPr/>
          <p:nvPr/>
        </p:nvSpPr>
        <p:spPr>
          <a:xfrm rot="16200000">
            <a:off x="5113656" y="7383195"/>
            <a:ext cx="2523932" cy="970671"/>
          </a:xfrm>
          <a:prstGeom prst="triangle">
            <a:avLst>
              <a:gd name="adj" fmla="val 51323"/>
            </a:avLst>
          </a:prstGeom>
          <a:gradFill flip="none" rotWithShape="1">
            <a:gsLst>
              <a:gs pos="0">
                <a:schemeClr val="accent1">
                  <a:shade val="30000"/>
                  <a:satMod val="155000"/>
                  <a:alpha val="100000"/>
                </a:schemeClr>
              </a:gs>
              <a:gs pos="60000">
                <a:schemeClr val="accent1">
                  <a:satMod val="160000"/>
                  <a:alpha val="100000"/>
                </a:schemeClr>
              </a:gs>
              <a:gs pos="100000">
                <a:schemeClr val="accent1">
                  <a:tint val="70000"/>
                  <a:satMod val="200000"/>
                  <a:alpha val="100000"/>
                </a:schemeClr>
              </a:gs>
            </a:gsLst>
            <a:lin ang="15500000" scaled="1"/>
            <a:tileRect/>
          </a:gra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7 Título"/>
          <p:cNvSpPr>
            <a:spLocks noGrp="1"/>
          </p:cNvSpPr>
          <p:nvPr>
            <p:ph type="ctrTitle"/>
          </p:nvPr>
        </p:nvSpPr>
        <p:spPr>
          <a:xfrm>
            <a:off x="405408" y="1035053"/>
            <a:ext cx="6047184" cy="1960033"/>
          </a:xfrm>
        </p:spPr>
        <p:txBody>
          <a:bodyPr anchor="b">
            <a:normAutofit/>
          </a:bodyPr>
          <a:lstStyle>
            <a:lvl1pPr algn="r">
              <a:defRPr sz="4400"/>
            </a:lvl1pPr>
          </a:lstStyle>
          <a:p>
            <a:r>
              <a:rPr kumimoji="0" lang="es-ES" smtClean="0"/>
              <a:t>Haga clic para modificar el estilo de título del patrón</a:t>
            </a:r>
            <a:endParaRPr kumimoji="0" lang="en-US"/>
          </a:p>
        </p:txBody>
      </p:sp>
      <p:sp>
        <p:nvSpPr>
          <p:cNvPr id="9" name="8 Subtítulo"/>
          <p:cNvSpPr>
            <a:spLocks noGrp="1"/>
          </p:cNvSpPr>
          <p:nvPr>
            <p:ph type="subTitle" idx="1"/>
          </p:nvPr>
        </p:nvSpPr>
        <p:spPr>
          <a:xfrm>
            <a:off x="405408" y="3000373"/>
            <a:ext cx="6047184" cy="2336800"/>
          </a:xfrm>
        </p:spPr>
        <p:txBody>
          <a:bodyPr/>
          <a:lstStyle>
            <a:lvl1pPr marL="0" marR="36576" indent="0" algn="r">
              <a:spcBef>
                <a:spcPts val="0"/>
              </a:spcBef>
              <a:buNone/>
              <a:defRPr>
                <a:ln>
                  <a:solidFill>
                    <a:schemeClr val="bg2"/>
                  </a:solidFill>
                </a:ln>
                <a:solidFill>
                  <a:schemeClr val="tx1">
                    <a:tint val="75000"/>
                  </a:schemeClr>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s-ES" smtClean="0"/>
              <a:t>Haga clic para modificar el estilo de subtítulo del patrón</a:t>
            </a:r>
            <a:endParaRPr kumimoji="0" lang="en-US"/>
          </a:p>
        </p:txBody>
      </p:sp>
      <p:sp>
        <p:nvSpPr>
          <p:cNvPr id="28" name="27 Marcador de fecha"/>
          <p:cNvSpPr>
            <a:spLocks noGrp="1"/>
          </p:cNvSpPr>
          <p:nvPr>
            <p:ph type="dt" sz="half" idx="10"/>
          </p:nvPr>
        </p:nvSpPr>
        <p:spPr>
          <a:xfrm>
            <a:off x="1028700" y="8016877"/>
            <a:ext cx="4343400" cy="486833"/>
          </a:xfrm>
        </p:spPr>
        <p:txBody>
          <a:bodyPr tIns="0" bIns="0" anchor="t"/>
          <a:lstStyle>
            <a:lvl1pPr algn="r">
              <a:defRPr sz="1000"/>
            </a:lvl1pPr>
          </a:lstStyle>
          <a:p>
            <a:fld id="{4CF537AD-8E38-4ECE-AA58-F6CB1F14DF9D}" type="datetimeFigureOut">
              <a:rPr lang="es-CO" smtClean="0"/>
              <a:pPr/>
              <a:t>03/06/2010</a:t>
            </a:fld>
            <a:endParaRPr lang="es-CO"/>
          </a:p>
        </p:txBody>
      </p:sp>
      <p:sp>
        <p:nvSpPr>
          <p:cNvPr id="17" name="16 Marcador de pie de página"/>
          <p:cNvSpPr>
            <a:spLocks noGrp="1"/>
          </p:cNvSpPr>
          <p:nvPr>
            <p:ph type="ftr" sz="quarter" idx="11"/>
          </p:nvPr>
        </p:nvSpPr>
        <p:spPr>
          <a:xfrm>
            <a:off x="1028700" y="7534274"/>
            <a:ext cx="4343400" cy="486833"/>
          </a:xfrm>
        </p:spPr>
        <p:txBody>
          <a:bodyPr tIns="0" bIns="0" anchor="b"/>
          <a:lstStyle>
            <a:lvl1pPr algn="r">
              <a:defRPr sz="1100"/>
            </a:lvl1pPr>
          </a:lstStyle>
          <a:p>
            <a:endParaRPr lang="es-CO"/>
          </a:p>
        </p:txBody>
      </p:sp>
      <p:sp>
        <p:nvSpPr>
          <p:cNvPr id="29" name="28 Marcador de número de diapositiva"/>
          <p:cNvSpPr>
            <a:spLocks noGrp="1"/>
          </p:cNvSpPr>
          <p:nvPr>
            <p:ph type="sldNum" sz="quarter" idx="12"/>
          </p:nvPr>
        </p:nvSpPr>
        <p:spPr>
          <a:xfrm>
            <a:off x="6294185" y="7669745"/>
            <a:ext cx="377190" cy="486833"/>
          </a:xfrm>
        </p:spPr>
        <p:txBody>
          <a:bodyPr anchor="ctr"/>
          <a:lstStyle>
            <a:lvl1pPr algn="ctr">
              <a:defRPr sz="1300">
                <a:solidFill>
                  <a:srgbClr val="FFFFFF"/>
                </a:solidFill>
              </a:defRPr>
            </a:lvl1pPr>
          </a:lstStyle>
          <a:p>
            <a:fld id="{5A267E48-A383-4E25-B4CF-F509E97B08D7}" type="slidenum">
              <a:rPr lang="es-CO" smtClean="0"/>
              <a:pPr/>
              <a:t>‹Nº›</a:t>
            </a:fld>
            <a:endParaRPr lang="es-CO"/>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1 Título"/>
          <p:cNvSpPr>
            <a:spLocks noGrp="1"/>
          </p:cNvSpPr>
          <p:nvPr>
            <p:ph type="title"/>
          </p:nvPr>
        </p:nvSpPr>
        <p:spPr>
          <a:xfrm>
            <a:off x="342900" y="356659"/>
            <a:ext cx="6172200" cy="1865376"/>
          </a:xfrm>
        </p:spPr>
        <p:txBody>
          <a:bodyPr/>
          <a:lstStyle/>
          <a:p>
            <a:r>
              <a:rPr kumimoji="0" lang="es-ES" smtClean="0"/>
              <a:t>Haga clic para modificar el estilo de título del patrón</a:t>
            </a:r>
            <a:endParaRPr kumimoji="0" lang="en-US"/>
          </a:p>
        </p:txBody>
      </p:sp>
      <p:sp>
        <p:nvSpPr>
          <p:cNvPr id="3" name="2 Marcador de contenido"/>
          <p:cNvSpPr>
            <a:spLocks noGrp="1"/>
          </p:cNvSpPr>
          <p:nvPr>
            <p:ph idx="1"/>
          </p:nvPr>
        </p:nvSpPr>
        <p:spPr>
          <a:xfrm>
            <a:off x="342900" y="2510411"/>
            <a:ext cx="6172200" cy="6096000"/>
          </a:xfrm>
        </p:spPr>
        <p:txBody>
          <a:bodyPr/>
          <a:lstStyle/>
          <a:p>
            <a:pPr lvl="0" eaLnBrk="1" latinLnBrk="0" hangingPunct="1"/>
            <a:r>
              <a:rPr lang="es-ES" smtClean="0"/>
              <a:t>Haga clic para modificar el estilo de texto del patrón</a:t>
            </a:r>
          </a:p>
          <a:p>
            <a:pPr lvl="1" eaLnBrk="1" latinLnBrk="0" hangingPunct="1"/>
            <a:r>
              <a:rPr lang="es-ES" smtClean="0"/>
              <a:t>Segundo nivel</a:t>
            </a:r>
          </a:p>
          <a:p>
            <a:pPr lvl="2" eaLnBrk="1" latinLnBrk="0" hangingPunct="1"/>
            <a:r>
              <a:rPr lang="es-ES" smtClean="0"/>
              <a:t>Tercer nivel</a:t>
            </a:r>
          </a:p>
          <a:p>
            <a:pPr lvl="3" eaLnBrk="1" latinLnBrk="0" hangingPunct="1"/>
            <a:r>
              <a:rPr lang="es-ES" smtClean="0"/>
              <a:t>Cuarto nivel</a:t>
            </a:r>
          </a:p>
          <a:p>
            <a:pPr lvl="4" eaLnBrk="1" latinLnBrk="0" hangingPunct="1"/>
            <a:r>
              <a:rPr lang="es-ES" smtClean="0"/>
              <a:t>Quinto nivel</a:t>
            </a:r>
            <a:endParaRPr kumimoji="0" lang="en-US"/>
          </a:p>
        </p:txBody>
      </p:sp>
      <p:sp>
        <p:nvSpPr>
          <p:cNvPr id="4" name="3 Marcador de fecha"/>
          <p:cNvSpPr>
            <a:spLocks noGrp="1"/>
          </p:cNvSpPr>
          <p:nvPr>
            <p:ph type="dt" sz="half" idx="10"/>
          </p:nvPr>
        </p:nvSpPr>
        <p:spPr>
          <a:xfrm>
            <a:off x="3593592" y="8640064"/>
            <a:ext cx="1600200" cy="402336"/>
          </a:xfrm>
        </p:spPr>
        <p:txBody>
          <a:bodyPr/>
          <a:lstStyle/>
          <a:p>
            <a:fld id="{4CF537AD-8E38-4ECE-AA58-F6CB1F14DF9D}" type="datetimeFigureOut">
              <a:rPr lang="es-CO" smtClean="0"/>
              <a:pPr/>
              <a:t>03/06/2010</a:t>
            </a:fld>
            <a:endParaRPr lang="es-CO"/>
          </a:p>
        </p:txBody>
      </p:sp>
      <p:sp>
        <p:nvSpPr>
          <p:cNvPr id="5" name="4 Marcador de pie de página"/>
          <p:cNvSpPr>
            <a:spLocks noGrp="1"/>
          </p:cNvSpPr>
          <p:nvPr>
            <p:ph type="ftr" sz="quarter" idx="11"/>
          </p:nvPr>
        </p:nvSpPr>
        <p:spPr>
          <a:xfrm>
            <a:off x="342900" y="8641294"/>
            <a:ext cx="3195042" cy="401108"/>
          </a:xfrm>
        </p:spPr>
        <p:txBody>
          <a:bodyPr/>
          <a:lstStyle/>
          <a:p>
            <a:endParaRPr lang="es-CO"/>
          </a:p>
        </p:txBody>
      </p:sp>
      <p:sp>
        <p:nvSpPr>
          <p:cNvPr id="6" name="5 Marcador de número de diapositiva"/>
          <p:cNvSpPr>
            <a:spLocks noGrp="1"/>
          </p:cNvSpPr>
          <p:nvPr>
            <p:ph type="sldNum" sz="quarter" idx="12"/>
          </p:nvPr>
        </p:nvSpPr>
        <p:spPr/>
        <p:txBody>
          <a:bodyPr/>
          <a:lstStyle/>
          <a:p>
            <a:fld id="{5A267E48-A383-4E25-B4CF-F509E97B08D7}" type="slidenum">
              <a:rPr lang="es-CO" smtClean="0"/>
              <a:pPr/>
              <a:t>‹Nº›</a:t>
            </a:fld>
            <a:endParaRPr lang="es-CO"/>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Encabezado de sección">
    <p:bg>
      <p:bgRef idx="1002">
        <a:schemeClr val="bg1"/>
      </p:bgRef>
    </p:bg>
    <p:spTree>
      <p:nvGrpSpPr>
        <p:cNvPr id="1" name=""/>
        <p:cNvGrpSpPr/>
        <p:nvPr/>
      </p:nvGrpSpPr>
      <p:grpSpPr>
        <a:xfrm>
          <a:off x="0" y="0"/>
          <a:ext cx="0" cy="0"/>
          <a:chOff x="0" y="0"/>
          <a:chExt cx="0" cy="0"/>
        </a:xfrm>
      </p:grpSpPr>
      <p:sp>
        <p:nvSpPr>
          <p:cNvPr id="9" name="8 Triángulo rectángulo"/>
          <p:cNvSpPr/>
          <p:nvPr/>
        </p:nvSpPr>
        <p:spPr>
          <a:xfrm flipV="1">
            <a:off x="5276" y="9381"/>
            <a:ext cx="6847449" cy="9115865"/>
          </a:xfrm>
          <a:prstGeom prst="rtTriangle">
            <a:avLst/>
          </a:prstGeom>
          <a:gradFill flip="none" rotWithShape="1">
            <a:gsLst>
              <a:gs pos="0">
                <a:schemeClr val="tx2">
                  <a:alpha val="10000"/>
                </a:schemeClr>
              </a:gs>
              <a:gs pos="70000">
                <a:schemeClr val="tx2">
                  <a:alpha val="8000"/>
                </a:schemeClr>
              </a:gs>
              <a:gs pos="100000">
                <a:schemeClr val="tx2">
                  <a:alpha val="1000"/>
                </a:schemeClr>
              </a:gs>
            </a:gsLst>
            <a:lin ang="8000000" scaled="1"/>
            <a:tileRect/>
          </a:gra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algn="ctr" defTabSz="914400" rtl="0" eaLnBrk="1" latinLnBrk="0" hangingPunct="1"/>
            <a:endParaRPr kumimoji="0" lang="en-US" sz="1800" kern="1200">
              <a:solidFill>
                <a:schemeClr val="lt1"/>
              </a:solidFill>
              <a:latin typeface="+mn-lt"/>
              <a:ea typeface="+mn-ea"/>
              <a:cs typeface="+mn-cs"/>
            </a:endParaRPr>
          </a:p>
        </p:txBody>
      </p:sp>
      <p:sp>
        <p:nvSpPr>
          <p:cNvPr id="8" name="7 Triángulo isósceles"/>
          <p:cNvSpPr/>
          <p:nvPr/>
        </p:nvSpPr>
        <p:spPr>
          <a:xfrm rot="5400000" flipV="1">
            <a:off x="5113656" y="790138"/>
            <a:ext cx="2523932" cy="970671"/>
          </a:xfrm>
          <a:prstGeom prst="triangle">
            <a:avLst>
              <a:gd name="adj" fmla="val 51323"/>
            </a:avLst>
          </a:prstGeom>
          <a:gradFill flip="none" rotWithShape="1">
            <a:gsLst>
              <a:gs pos="0">
                <a:schemeClr val="accent1">
                  <a:shade val="30000"/>
                  <a:satMod val="155000"/>
                  <a:alpha val="100000"/>
                </a:schemeClr>
              </a:gs>
              <a:gs pos="60000">
                <a:schemeClr val="accent1">
                  <a:satMod val="160000"/>
                  <a:alpha val="100000"/>
                </a:schemeClr>
              </a:gs>
              <a:gs pos="100000">
                <a:schemeClr val="accent1">
                  <a:tint val="70000"/>
                  <a:satMod val="200000"/>
                  <a:alpha val="100000"/>
                </a:schemeClr>
              </a:gs>
            </a:gsLst>
            <a:lin ang="15500000" scaled="1"/>
            <a:tileRect/>
          </a:gra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4" name="3 Marcador de fecha"/>
          <p:cNvSpPr>
            <a:spLocks noGrp="1"/>
          </p:cNvSpPr>
          <p:nvPr>
            <p:ph type="dt" sz="half" idx="10"/>
          </p:nvPr>
        </p:nvSpPr>
        <p:spPr>
          <a:xfrm>
            <a:off x="5216724" y="8636000"/>
            <a:ext cx="1600200" cy="406400"/>
          </a:xfrm>
        </p:spPr>
        <p:txBody>
          <a:bodyPr/>
          <a:lstStyle/>
          <a:p>
            <a:fld id="{4CF537AD-8E38-4ECE-AA58-F6CB1F14DF9D}" type="datetimeFigureOut">
              <a:rPr lang="es-CO" smtClean="0"/>
              <a:pPr/>
              <a:t>03/06/2010</a:t>
            </a:fld>
            <a:endParaRPr lang="es-CO"/>
          </a:p>
        </p:txBody>
      </p:sp>
      <p:sp>
        <p:nvSpPr>
          <p:cNvPr id="5" name="4 Marcador de pie de página"/>
          <p:cNvSpPr>
            <a:spLocks noGrp="1"/>
          </p:cNvSpPr>
          <p:nvPr>
            <p:ph type="ftr" sz="quarter" idx="11"/>
          </p:nvPr>
        </p:nvSpPr>
        <p:spPr>
          <a:xfrm>
            <a:off x="1964532" y="8641294"/>
            <a:ext cx="3195042" cy="401108"/>
          </a:xfrm>
        </p:spPr>
        <p:txBody>
          <a:bodyPr/>
          <a:lstStyle/>
          <a:p>
            <a:endParaRPr lang="es-CO"/>
          </a:p>
        </p:txBody>
      </p:sp>
      <p:sp>
        <p:nvSpPr>
          <p:cNvPr id="6" name="5 Marcador de número de diapositiva"/>
          <p:cNvSpPr>
            <a:spLocks noGrp="1"/>
          </p:cNvSpPr>
          <p:nvPr>
            <p:ph type="sldNum" sz="quarter" idx="12"/>
          </p:nvPr>
        </p:nvSpPr>
        <p:spPr>
          <a:xfrm>
            <a:off x="6338292" y="1079499"/>
            <a:ext cx="377190" cy="401108"/>
          </a:xfrm>
        </p:spPr>
        <p:txBody>
          <a:bodyPr/>
          <a:lstStyle/>
          <a:p>
            <a:fld id="{5A267E48-A383-4E25-B4CF-F509E97B08D7}" type="slidenum">
              <a:rPr lang="es-CO" smtClean="0"/>
              <a:pPr/>
              <a:t>‹Nº›</a:t>
            </a:fld>
            <a:endParaRPr lang="es-CO"/>
          </a:p>
        </p:txBody>
      </p:sp>
      <p:cxnSp>
        <p:nvCxnSpPr>
          <p:cNvPr id="11" name="10 Conector recto"/>
          <p:cNvCxnSpPr/>
          <p:nvPr/>
        </p:nvCxnSpPr>
        <p:spPr>
          <a:xfrm rot="10800000">
            <a:off x="4851597" y="12508"/>
            <a:ext cx="2004646" cy="2533613"/>
          </a:xfrm>
          <a:prstGeom prst="line">
            <a:avLst/>
          </a:prstGeom>
          <a:noFill/>
          <a:ln w="6000" cap="rnd" cmpd="sng" algn="ctr">
            <a:solidFill>
              <a:schemeClr val="bg2">
                <a:tint val="50000"/>
                <a:satMod val="200000"/>
                <a:alpha val="45000"/>
              </a:schemeClr>
            </a:solidFill>
            <a:prstDash val="solid"/>
          </a:ln>
          <a:effectLst/>
        </p:spPr>
        <p:style>
          <a:lnRef idx="2">
            <a:schemeClr val="accent1"/>
          </a:lnRef>
          <a:fillRef idx="0">
            <a:schemeClr val="accent1"/>
          </a:fillRef>
          <a:effectRef idx="1">
            <a:schemeClr val="accent1"/>
          </a:effectRef>
          <a:fontRef idx="minor">
            <a:schemeClr val="tx1"/>
          </a:fontRef>
        </p:style>
      </p:cxnSp>
      <p:cxnSp>
        <p:nvCxnSpPr>
          <p:cNvPr id="10" name="9 Conector recto"/>
          <p:cNvCxnSpPr/>
          <p:nvPr/>
        </p:nvCxnSpPr>
        <p:spPr>
          <a:xfrm flipV="1">
            <a:off x="1" y="9379"/>
            <a:ext cx="6852725" cy="9125244"/>
          </a:xfrm>
          <a:prstGeom prst="line">
            <a:avLst/>
          </a:prstGeom>
          <a:noFill/>
          <a:ln w="5000" cap="rnd" cmpd="sng" algn="ctr">
            <a:solidFill>
              <a:schemeClr val="bg2">
                <a:tint val="55000"/>
                <a:satMod val="200000"/>
                <a:alpha val="3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2" name="1 Título"/>
          <p:cNvSpPr>
            <a:spLocks noGrp="1"/>
          </p:cNvSpPr>
          <p:nvPr>
            <p:ph type="title"/>
          </p:nvPr>
        </p:nvSpPr>
        <p:spPr>
          <a:xfrm>
            <a:off x="285750" y="361954"/>
            <a:ext cx="5429250" cy="1816100"/>
          </a:xfrm>
        </p:spPr>
        <p:txBody>
          <a:bodyPr anchor="ctr"/>
          <a:lstStyle>
            <a:lvl1pPr marL="0" algn="l">
              <a:buNone/>
              <a:defRPr sz="3600" b="1" cap="none" baseline="0"/>
            </a:lvl1pPr>
          </a:lstStyle>
          <a:p>
            <a:r>
              <a:rPr kumimoji="0" lang="es-ES" smtClean="0"/>
              <a:t>Haga clic para modificar el estilo de título del patrón</a:t>
            </a:r>
            <a:endParaRPr kumimoji="0" lang="en-US"/>
          </a:p>
        </p:txBody>
      </p:sp>
      <p:sp>
        <p:nvSpPr>
          <p:cNvPr id="3" name="2 Marcador de texto"/>
          <p:cNvSpPr>
            <a:spLocks noGrp="1"/>
          </p:cNvSpPr>
          <p:nvPr>
            <p:ph type="body" idx="1"/>
          </p:nvPr>
        </p:nvSpPr>
        <p:spPr>
          <a:xfrm>
            <a:off x="285750" y="2178048"/>
            <a:ext cx="2914650" cy="3048000"/>
          </a:xfrm>
        </p:spPr>
        <p:txBody>
          <a:bodyPr anchor="t"/>
          <a:lstStyle>
            <a:lvl1pPr marL="54864" indent="0" algn="l">
              <a:buNone/>
              <a:defRPr sz="20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s-ES" smtClean="0"/>
              <a:t>Haga clic para modificar el estilo de texto del patrón</a:t>
            </a:r>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lvl1pPr marL="0" algn="l">
              <a:defRPr/>
            </a:lvl1pPr>
          </a:lstStyle>
          <a:p>
            <a:r>
              <a:rPr kumimoji="0" lang="es-ES" smtClean="0"/>
              <a:t>Haga clic para modificar el estilo de título del patrón</a:t>
            </a:r>
            <a:endParaRPr kumimoji="0" lang="en-US"/>
          </a:p>
        </p:txBody>
      </p:sp>
      <p:sp>
        <p:nvSpPr>
          <p:cNvPr id="3" name="2 Marcador de contenido"/>
          <p:cNvSpPr>
            <a:spLocks noGrp="1"/>
          </p:cNvSpPr>
          <p:nvPr>
            <p:ph sz="half" idx="1"/>
          </p:nvPr>
        </p:nvSpPr>
        <p:spPr>
          <a:xfrm>
            <a:off x="342900" y="2296585"/>
            <a:ext cx="3028950" cy="6034617"/>
          </a:xfrm>
        </p:spPr>
        <p:txBody>
          <a:bodyPr/>
          <a:lstStyle>
            <a:lvl1pPr>
              <a:defRPr sz="2600"/>
            </a:lvl1pPr>
            <a:lvl2pPr>
              <a:defRPr sz="2400"/>
            </a:lvl2pPr>
            <a:lvl3pPr>
              <a:defRPr sz="2000"/>
            </a:lvl3pPr>
            <a:lvl4pPr>
              <a:defRPr sz="1800"/>
            </a:lvl4pPr>
            <a:lvl5pPr>
              <a:defRPr sz="1800"/>
            </a:lvl5pPr>
          </a:lstStyle>
          <a:p>
            <a:pPr lvl="0" eaLnBrk="1" latinLnBrk="0" hangingPunct="1"/>
            <a:r>
              <a:rPr lang="es-ES" smtClean="0"/>
              <a:t>Haga clic para modificar el estilo de texto del patrón</a:t>
            </a:r>
          </a:p>
          <a:p>
            <a:pPr lvl="1" eaLnBrk="1" latinLnBrk="0" hangingPunct="1"/>
            <a:r>
              <a:rPr lang="es-ES" smtClean="0"/>
              <a:t>Segundo nivel</a:t>
            </a:r>
          </a:p>
          <a:p>
            <a:pPr lvl="2" eaLnBrk="1" latinLnBrk="0" hangingPunct="1"/>
            <a:r>
              <a:rPr lang="es-ES" smtClean="0"/>
              <a:t>Tercer nivel</a:t>
            </a:r>
          </a:p>
          <a:p>
            <a:pPr lvl="3" eaLnBrk="1" latinLnBrk="0" hangingPunct="1"/>
            <a:r>
              <a:rPr lang="es-ES" smtClean="0"/>
              <a:t>Cuarto nivel</a:t>
            </a:r>
          </a:p>
          <a:p>
            <a:pPr lvl="4" eaLnBrk="1" latinLnBrk="0" hangingPunct="1"/>
            <a:r>
              <a:rPr lang="es-ES" smtClean="0"/>
              <a:t>Quinto nivel</a:t>
            </a:r>
            <a:endParaRPr kumimoji="0" lang="en-US"/>
          </a:p>
        </p:txBody>
      </p:sp>
      <p:sp>
        <p:nvSpPr>
          <p:cNvPr id="4" name="3 Marcador de contenido"/>
          <p:cNvSpPr>
            <a:spLocks noGrp="1"/>
          </p:cNvSpPr>
          <p:nvPr>
            <p:ph sz="half" idx="2"/>
          </p:nvPr>
        </p:nvSpPr>
        <p:spPr>
          <a:xfrm>
            <a:off x="3486150" y="2296585"/>
            <a:ext cx="3028950" cy="6034617"/>
          </a:xfrm>
        </p:spPr>
        <p:txBody>
          <a:bodyPr/>
          <a:lstStyle>
            <a:lvl1pPr>
              <a:defRPr sz="2600"/>
            </a:lvl1pPr>
            <a:lvl2pPr>
              <a:defRPr sz="2400"/>
            </a:lvl2pPr>
            <a:lvl3pPr>
              <a:defRPr sz="2000"/>
            </a:lvl3pPr>
            <a:lvl4pPr>
              <a:defRPr sz="1800"/>
            </a:lvl4pPr>
            <a:lvl5pPr>
              <a:defRPr sz="1800"/>
            </a:lvl5pPr>
          </a:lstStyle>
          <a:p>
            <a:pPr lvl="0" eaLnBrk="1" latinLnBrk="0" hangingPunct="1"/>
            <a:r>
              <a:rPr lang="es-ES" smtClean="0"/>
              <a:t>Haga clic para modificar el estilo de texto del patrón</a:t>
            </a:r>
          </a:p>
          <a:p>
            <a:pPr lvl="1" eaLnBrk="1" latinLnBrk="0" hangingPunct="1"/>
            <a:r>
              <a:rPr lang="es-ES" smtClean="0"/>
              <a:t>Segundo nivel</a:t>
            </a:r>
          </a:p>
          <a:p>
            <a:pPr lvl="2" eaLnBrk="1" latinLnBrk="0" hangingPunct="1"/>
            <a:r>
              <a:rPr lang="es-ES" smtClean="0"/>
              <a:t>Tercer nivel</a:t>
            </a:r>
          </a:p>
          <a:p>
            <a:pPr lvl="3" eaLnBrk="1" latinLnBrk="0" hangingPunct="1"/>
            <a:r>
              <a:rPr lang="es-ES" smtClean="0"/>
              <a:t>Cuarto nivel</a:t>
            </a:r>
          </a:p>
          <a:p>
            <a:pPr lvl="4" eaLnBrk="1" latinLnBrk="0" hangingPunct="1"/>
            <a:r>
              <a:rPr lang="es-ES" smtClean="0"/>
              <a:t>Quinto nivel</a:t>
            </a:r>
            <a:endParaRPr kumimoji="0" lang="en-US"/>
          </a:p>
        </p:txBody>
      </p:sp>
      <p:sp>
        <p:nvSpPr>
          <p:cNvPr id="5" name="4 Marcador de fecha"/>
          <p:cNvSpPr>
            <a:spLocks noGrp="1"/>
          </p:cNvSpPr>
          <p:nvPr>
            <p:ph type="dt" sz="half" idx="10"/>
          </p:nvPr>
        </p:nvSpPr>
        <p:spPr>
          <a:xfrm>
            <a:off x="3593592" y="8641292"/>
            <a:ext cx="1600200" cy="402336"/>
          </a:xfrm>
        </p:spPr>
        <p:txBody>
          <a:bodyPr/>
          <a:lstStyle/>
          <a:p>
            <a:fld id="{4CF537AD-8E38-4ECE-AA58-F6CB1F14DF9D}" type="datetimeFigureOut">
              <a:rPr lang="es-CO" smtClean="0"/>
              <a:pPr/>
              <a:t>03/06/2010</a:t>
            </a:fld>
            <a:endParaRPr lang="es-CO"/>
          </a:p>
        </p:txBody>
      </p:sp>
      <p:sp>
        <p:nvSpPr>
          <p:cNvPr id="6" name="5 Marcador de pie de página"/>
          <p:cNvSpPr>
            <a:spLocks noGrp="1"/>
          </p:cNvSpPr>
          <p:nvPr>
            <p:ph type="ftr" sz="quarter" idx="11"/>
          </p:nvPr>
        </p:nvSpPr>
        <p:spPr>
          <a:xfrm>
            <a:off x="342900" y="8641292"/>
            <a:ext cx="3195042" cy="402336"/>
          </a:xfrm>
        </p:spPr>
        <p:txBody>
          <a:bodyPr/>
          <a:lstStyle/>
          <a:p>
            <a:endParaRPr lang="es-CO"/>
          </a:p>
        </p:txBody>
      </p:sp>
      <p:sp>
        <p:nvSpPr>
          <p:cNvPr id="7" name="6 Marcador de número de diapositiva"/>
          <p:cNvSpPr>
            <a:spLocks noGrp="1"/>
          </p:cNvSpPr>
          <p:nvPr>
            <p:ph type="sldNum" sz="quarter" idx="12"/>
          </p:nvPr>
        </p:nvSpPr>
        <p:spPr>
          <a:xfrm>
            <a:off x="5692140" y="8641292"/>
            <a:ext cx="377190" cy="402336"/>
          </a:xfrm>
        </p:spPr>
        <p:txBody>
          <a:bodyPr/>
          <a:lstStyle/>
          <a:p>
            <a:fld id="{5A267E48-A383-4E25-B4CF-F509E97B08D7}" type="slidenum">
              <a:rPr lang="es-CO" smtClean="0"/>
              <a:pPr/>
              <a:t>‹Nº›</a:t>
            </a:fld>
            <a:endParaRPr lang="es-CO"/>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ación">
    <p:bg>
      <p:bgRef idx="1002">
        <a:schemeClr val="bg2"/>
      </p:bgRef>
    </p:bg>
    <p:spTree>
      <p:nvGrpSpPr>
        <p:cNvPr id="1" name=""/>
        <p:cNvGrpSpPr/>
        <p:nvPr/>
      </p:nvGrpSpPr>
      <p:grpSpPr>
        <a:xfrm>
          <a:off x="0" y="0"/>
          <a:ext cx="0" cy="0"/>
          <a:chOff x="0" y="0"/>
          <a:chExt cx="0" cy="0"/>
        </a:xfrm>
      </p:grpSpPr>
      <p:sp>
        <p:nvSpPr>
          <p:cNvPr id="2" name="1 Título"/>
          <p:cNvSpPr>
            <a:spLocks noGrp="1"/>
          </p:cNvSpPr>
          <p:nvPr>
            <p:ph type="title"/>
          </p:nvPr>
        </p:nvSpPr>
        <p:spPr>
          <a:xfrm>
            <a:off x="186149" y="387643"/>
            <a:ext cx="800100" cy="8205216"/>
          </a:xfrm>
        </p:spPr>
        <p:txBody>
          <a:bodyPr vert="vert270" anchor="b"/>
          <a:lstStyle>
            <a:lvl1pPr marL="0" algn="ctr">
              <a:defRPr sz="3300" b="1">
                <a:ln w="6350">
                  <a:solidFill>
                    <a:schemeClr val="tx1"/>
                  </a:solidFill>
                </a:ln>
                <a:solidFill>
                  <a:schemeClr val="tx1"/>
                </a:solidFill>
              </a:defRPr>
            </a:lvl1pPr>
          </a:lstStyle>
          <a:p>
            <a:r>
              <a:rPr kumimoji="0" lang="es-ES" smtClean="0"/>
              <a:t>Haga clic para modificar el estilo de título del patrón</a:t>
            </a:r>
            <a:endParaRPr kumimoji="0" lang="en-US"/>
          </a:p>
        </p:txBody>
      </p:sp>
      <p:sp>
        <p:nvSpPr>
          <p:cNvPr id="3" name="2 Marcador de texto"/>
          <p:cNvSpPr>
            <a:spLocks noGrp="1"/>
          </p:cNvSpPr>
          <p:nvPr>
            <p:ph type="body" idx="1"/>
          </p:nvPr>
        </p:nvSpPr>
        <p:spPr>
          <a:xfrm>
            <a:off x="1023755" y="387643"/>
            <a:ext cx="435768" cy="4023360"/>
          </a:xfrm>
          <a:solidFill>
            <a:schemeClr val="bg1"/>
          </a:solidFill>
          <a:ln w="12700">
            <a:noFill/>
          </a:ln>
        </p:spPr>
        <p:txBody>
          <a:bodyPr vert="vert270" anchor="ctr"/>
          <a:lstStyle>
            <a:lvl1pPr marL="0" indent="0" algn="ctr">
              <a:buNone/>
              <a:defRPr sz="1600" b="0">
                <a:solidFill>
                  <a:schemeClr val="tx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s-ES" smtClean="0"/>
              <a:t>Haga clic para modificar el estilo de texto del patrón</a:t>
            </a:r>
          </a:p>
        </p:txBody>
      </p:sp>
      <p:sp>
        <p:nvSpPr>
          <p:cNvPr id="4" name="3 Marcador de texto"/>
          <p:cNvSpPr>
            <a:spLocks noGrp="1"/>
          </p:cNvSpPr>
          <p:nvPr>
            <p:ph type="body" sz="half" idx="3"/>
          </p:nvPr>
        </p:nvSpPr>
        <p:spPr>
          <a:xfrm>
            <a:off x="1023755" y="4569499"/>
            <a:ext cx="435768" cy="4023360"/>
          </a:xfrm>
          <a:solidFill>
            <a:schemeClr val="bg1"/>
          </a:solidFill>
          <a:ln w="12700">
            <a:noFill/>
          </a:ln>
        </p:spPr>
        <p:txBody>
          <a:bodyPr vert="vert270" anchor="ctr"/>
          <a:lstStyle>
            <a:lvl1pPr marL="0" indent="0" algn="ctr">
              <a:buNone/>
              <a:defRPr sz="1600" b="0">
                <a:solidFill>
                  <a:schemeClr val="tx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s-ES" smtClean="0"/>
              <a:t>Haga clic para modificar el estilo de texto del patrón</a:t>
            </a:r>
          </a:p>
        </p:txBody>
      </p:sp>
      <p:sp>
        <p:nvSpPr>
          <p:cNvPr id="5" name="4 Marcador de contenido"/>
          <p:cNvSpPr>
            <a:spLocks noGrp="1"/>
          </p:cNvSpPr>
          <p:nvPr>
            <p:ph sz="quarter" idx="2"/>
          </p:nvPr>
        </p:nvSpPr>
        <p:spPr>
          <a:xfrm>
            <a:off x="1516672" y="387643"/>
            <a:ext cx="5143500" cy="4023360"/>
          </a:xfrm>
        </p:spPr>
        <p:txBody>
          <a:bodyPr/>
          <a:lstStyle>
            <a:lvl1pPr algn="l">
              <a:defRPr sz="2400"/>
            </a:lvl1pPr>
            <a:lvl2pPr algn="l">
              <a:defRPr sz="2000"/>
            </a:lvl2pPr>
            <a:lvl3pPr algn="l">
              <a:defRPr sz="1800"/>
            </a:lvl3pPr>
            <a:lvl4pPr algn="l">
              <a:defRPr sz="1600"/>
            </a:lvl4pPr>
            <a:lvl5pPr algn="l">
              <a:defRPr sz="1600"/>
            </a:lvl5pPr>
          </a:lstStyle>
          <a:p>
            <a:pPr lvl="0" eaLnBrk="1" latinLnBrk="0" hangingPunct="1"/>
            <a:r>
              <a:rPr lang="es-ES" smtClean="0"/>
              <a:t>Haga clic para modificar el estilo de texto del patrón</a:t>
            </a:r>
          </a:p>
          <a:p>
            <a:pPr lvl="1" eaLnBrk="1" latinLnBrk="0" hangingPunct="1"/>
            <a:r>
              <a:rPr lang="es-ES" smtClean="0"/>
              <a:t>Segundo nivel</a:t>
            </a:r>
          </a:p>
          <a:p>
            <a:pPr lvl="2" eaLnBrk="1" latinLnBrk="0" hangingPunct="1"/>
            <a:r>
              <a:rPr lang="es-ES" smtClean="0"/>
              <a:t>Tercer nivel</a:t>
            </a:r>
          </a:p>
          <a:p>
            <a:pPr lvl="3" eaLnBrk="1" latinLnBrk="0" hangingPunct="1"/>
            <a:r>
              <a:rPr lang="es-ES" smtClean="0"/>
              <a:t>Cuarto nivel</a:t>
            </a:r>
          </a:p>
          <a:p>
            <a:pPr lvl="4" eaLnBrk="1" latinLnBrk="0" hangingPunct="1"/>
            <a:r>
              <a:rPr lang="es-ES" smtClean="0"/>
              <a:t>Quinto nivel</a:t>
            </a:r>
            <a:endParaRPr kumimoji="0" lang="en-US"/>
          </a:p>
        </p:txBody>
      </p:sp>
      <p:sp>
        <p:nvSpPr>
          <p:cNvPr id="6" name="5 Marcador de contenido"/>
          <p:cNvSpPr>
            <a:spLocks noGrp="1"/>
          </p:cNvSpPr>
          <p:nvPr>
            <p:ph sz="quarter" idx="4"/>
          </p:nvPr>
        </p:nvSpPr>
        <p:spPr>
          <a:xfrm>
            <a:off x="1516672" y="4569499"/>
            <a:ext cx="5143500" cy="4023360"/>
          </a:xfrm>
        </p:spPr>
        <p:txBody>
          <a:bodyPr/>
          <a:lstStyle>
            <a:lvl1pPr>
              <a:defRPr sz="2400"/>
            </a:lvl1pPr>
            <a:lvl2pPr>
              <a:defRPr sz="2000"/>
            </a:lvl2pPr>
            <a:lvl3pPr>
              <a:defRPr sz="1800"/>
            </a:lvl3pPr>
            <a:lvl4pPr>
              <a:defRPr sz="1600"/>
            </a:lvl4pPr>
            <a:lvl5pPr>
              <a:defRPr sz="1600"/>
            </a:lvl5pPr>
          </a:lstStyle>
          <a:p>
            <a:pPr lvl="0" eaLnBrk="1" latinLnBrk="0" hangingPunct="1"/>
            <a:r>
              <a:rPr lang="es-ES" smtClean="0"/>
              <a:t>Haga clic para modificar el estilo de texto del patrón</a:t>
            </a:r>
          </a:p>
          <a:p>
            <a:pPr lvl="1" eaLnBrk="1" latinLnBrk="0" hangingPunct="1"/>
            <a:r>
              <a:rPr lang="es-ES" smtClean="0"/>
              <a:t>Segundo nivel</a:t>
            </a:r>
          </a:p>
          <a:p>
            <a:pPr lvl="2" eaLnBrk="1" latinLnBrk="0" hangingPunct="1"/>
            <a:r>
              <a:rPr lang="es-ES" smtClean="0"/>
              <a:t>Tercer nivel</a:t>
            </a:r>
          </a:p>
          <a:p>
            <a:pPr lvl="3" eaLnBrk="1" latinLnBrk="0" hangingPunct="1"/>
            <a:r>
              <a:rPr lang="es-ES" smtClean="0"/>
              <a:t>Cuarto nivel</a:t>
            </a:r>
          </a:p>
          <a:p>
            <a:pPr lvl="4" eaLnBrk="1" latinLnBrk="0" hangingPunct="1"/>
            <a:r>
              <a:rPr lang="es-ES" smtClean="0"/>
              <a:t>Quinto nivel</a:t>
            </a:r>
            <a:endParaRPr kumimoji="0" lang="en-US"/>
          </a:p>
        </p:txBody>
      </p:sp>
      <p:sp>
        <p:nvSpPr>
          <p:cNvPr id="7" name="6 Marcador de fecha"/>
          <p:cNvSpPr>
            <a:spLocks noGrp="1"/>
          </p:cNvSpPr>
          <p:nvPr>
            <p:ph type="dt" sz="half" idx="10"/>
          </p:nvPr>
        </p:nvSpPr>
        <p:spPr>
          <a:xfrm>
            <a:off x="3593592" y="8641292"/>
            <a:ext cx="1597914" cy="402336"/>
          </a:xfrm>
        </p:spPr>
        <p:txBody>
          <a:bodyPr/>
          <a:lstStyle/>
          <a:p>
            <a:fld id="{4CF537AD-8E38-4ECE-AA58-F6CB1F14DF9D}" type="datetimeFigureOut">
              <a:rPr lang="es-CO" smtClean="0"/>
              <a:pPr/>
              <a:t>03/06/2010</a:t>
            </a:fld>
            <a:endParaRPr lang="es-CO"/>
          </a:p>
        </p:txBody>
      </p:sp>
      <p:sp>
        <p:nvSpPr>
          <p:cNvPr id="8" name="7 Marcador de pie de página"/>
          <p:cNvSpPr>
            <a:spLocks noGrp="1"/>
          </p:cNvSpPr>
          <p:nvPr>
            <p:ph type="ftr" sz="quarter" idx="11"/>
          </p:nvPr>
        </p:nvSpPr>
        <p:spPr>
          <a:xfrm>
            <a:off x="342900" y="8641292"/>
            <a:ext cx="3195828" cy="402336"/>
          </a:xfrm>
        </p:spPr>
        <p:txBody>
          <a:bodyPr/>
          <a:lstStyle/>
          <a:p>
            <a:endParaRPr lang="es-CO"/>
          </a:p>
        </p:txBody>
      </p:sp>
      <p:sp>
        <p:nvSpPr>
          <p:cNvPr id="9" name="8 Marcador de número de diapositiva"/>
          <p:cNvSpPr>
            <a:spLocks noGrp="1"/>
          </p:cNvSpPr>
          <p:nvPr>
            <p:ph type="sldNum" sz="quarter" idx="12"/>
          </p:nvPr>
        </p:nvSpPr>
        <p:spPr>
          <a:xfrm>
            <a:off x="5692140" y="8644128"/>
            <a:ext cx="377190" cy="402336"/>
          </a:xfrm>
        </p:spPr>
        <p:txBody>
          <a:bodyPr/>
          <a:lstStyle>
            <a:lvl1pPr algn="ctr">
              <a:defRPr/>
            </a:lvl1pPr>
          </a:lstStyle>
          <a:p>
            <a:fld id="{5A267E48-A383-4E25-B4CF-F509E97B08D7}" type="slidenum">
              <a:rPr lang="es-CO" smtClean="0"/>
              <a:pPr/>
              <a:t>‹Nº›</a:t>
            </a:fld>
            <a:endParaRPr lang="es-CO"/>
          </a:p>
        </p:txBody>
      </p:sp>
    </p:spTree>
  </p:cSld>
  <p:clrMapOvr>
    <a:overrideClrMapping bg1="dk1" tx1="lt1" bg2="dk2" tx2="lt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ólo el título">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lvl1pPr>
              <a:defRPr b="0"/>
            </a:lvl1pPr>
          </a:lstStyle>
          <a:p>
            <a:r>
              <a:rPr kumimoji="0" lang="es-ES" smtClean="0"/>
              <a:t>Haga clic para modificar el estilo de título del patrón</a:t>
            </a:r>
            <a:endParaRPr kumimoji="0" lang="en-US"/>
          </a:p>
        </p:txBody>
      </p:sp>
      <p:sp>
        <p:nvSpPr>
          <p:cNvPr id="3" name="2 Marcador de fecha"/>
          <p:cNvSpPr>
            <a:spLocks noGrp="1"/>
          </p:cNvSpPr>
          <p:nvPr>
            <p:ph type="dt" sz="half" idx="10"/>
          </p:nvPr>
        </p:nvSpPr>
        <p:spPr/>
        <p:txBody>
          <a:bodyPr/>
          <a:lstStyle/>
          <a:p>
            <a:fld id="{4CF537AD-8E38-4ECE-AA58-F6CB1F14DF9D}" type="datetimeFigureOut">
              <a:rPr lang="es-CO" smtClean="0"/>
              <a:pPr/>
              <a:t>03/06/2010</a:t>
            </a:fld>
            <a:endParaRPr lang="es-CO"/>
          </a:p>
        </p:txBody>
      </p:sp>
      <p:sp>
        <p:nvSpPr>
          <p:cNvPr id="4" name="3 Marcador de pie de página"/>
          <p:cNvSpPr>
            <a:spLocks noGrp="1"/>
          </p:cNvSpPr>
          <p:nvPr>
            <p:ph type="ftr" sz="quarter" idx="11"/>
          </p:nvPr>
        </p:nvSpPr>
        <p:spPr/>
        <p:txBody>
          <a:bodyPr/>
          <a:lstStyle/>
          <a:p>
            <a:endParaRPr lang="es-CO"/>
          </a:p>
        </p:txBody>
      </p:sp>
      <p:sp>
        <p:nvSpPr>
          <p:cNvPr id="5" name="4 Marcador de número de diapositiva"/>
          <p:cNvSpPr>
            <a:spLocks noGrp="1"/>
          </p:cNvSpPr>
          <p:nvPr>
            <p:ph type="sldNum" sz="quarter" idx="12"/>
          </p:nvPr>
        </p:nvSpPr>
        <p:spPr/>
        <p:txBody>
          <a:bodyPr/>
          <a:lstStyle/>
          <a:p>
            <a:fld id="{5A267E48-A383-4E25-B4CF-F509E97B08D7}" type="slidenum">
              <a:rPr lang="es-CO" smtClean="0"/>
              <a:pPr/>
              <a:t>‹Nº›</a:t>
            </a:fld>
            <a:endParaRPr lang="es-CO"/>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1 Marcador de fecha"/>
          <p:cNvSpPr>
            <a:spLocks noGrp="1"/>
          </p:cNvSpPr>
          <p:nvPr>
            <p:ph type="dt" sz="half" idx="10"/>
          </p:nvPr>
        </p:nvSpPr>
        <p:spPr>
          <a:xfrm>
            <a:off x="3593592" y="8641292"/>
            <a:ext cx="1600200" cy="402336"/>
          </a:xfrm>
        </p:spPr>
        <p:txBody>
          <a:bodyPr/>
          <a:lstStyle/>
          <a:p>
            <a:fld id="{4CF537AD-8E38-4ECE-AA58-F6CB1F14DF9D}" type="datetimeFigureOut">
              <a:rPr lang="es-CO" smtClean="0"/>
              <a:pPr/>
              <a:t>03/06/2010</a:t>
            </a:fld>
            <a:endParaRPr lang="es-CO"/>
          </a:p>
        </p:txBody>
      </p:sp>
      <p:sp>
        <p:nvSpPr>
          <p:cNvPr id="3" name="2 Marcador de pie de página"/>
          <p:cNvSpPr>
            <a:spLocks noGrp="1"/>
          </p:cNvSpPr>
          <p:nvPr>
            <p:ph type="ftr" sz="quarter" idx="11"/>
          </p:nvPr>
        </p:nvSpPr>
        <p:spPr>
          <a:xfrm>
            <a:off x="342900" y="8642522"/>
            <a:ext cx="3195042" cy="401108"/>
          </a:xfrm>
        </p:spPr>
        <p:txBody>
          <a:bodyPr/>
          <a:lstStyle/>
          <a:p>
            <a:endParaRPr lang="es-CO"/>
          </a:p>
        </p:txBody>
      </p:sp>
      <p:sp>
        <p:nvSpPr>
          <p:cNvPr id="4" name="3 Marcador de número de diapositiva"/>
          <p:cNvSpPr>
            <a:spLocks noGrp="1"/>
          </p:cNvSpPr>
          <p:nvPr>
            <p:ph type="sldNum" sz="quarter" idx="12"/>
          </p:nvPr>
        </p:nvSpPr>
        <p:spPr>
          <a:xfrm>
            <a:off x="5692140" y="8641292"/>
            <a:ext cx="377190" cy="402336"/>
          </a:xfrm>
        </p:spPr>
        <p:txBody>
          <a:bodyPr/>
          <a:lstStyle/>
          <a:p>
            <a:fld id="{5A267E48-A383-4E25-B4CF-F509E97B08D7}" type="slidenum">
              <a:rPr lang="es-CO" smtClean="0"/>
              <a:pPr/>
              <a:t>‹Nº›</a:t>
            </a:fld>
            <a:endParaRPr lang="es-CO"/>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ido con título">
    <p:bg>
      <p:bgRef idx="1002">
        <a:schemeClr val="bg2"/>
      </p:bgRef>
    </p:bg>
    <p:spTree>
      <p:nvGrpSpPr>
        <p:cNvPr id="1" name=""/>
        <p:cNvGrpSpPr/>
        <p:nvPr/>
      </p:nvGrpSpPr>
      <p:grpSpPr>
        <a:xfrm>
          <a:off x="0" y="0"/>
          <a:ext cx="0" cy="0"/>
          <a:chOff x="0" y="0"/>
          <a:chExt cx="0" cy="0"/>
        </a:xfrm>
      </p:grpSpPr>
      <p:sp>
        <p:nvSpPr>
          <p:cNvPr id="2" name="1 Título"/>
          <p:cNvSpPr>
            <a:spLocks noGrp="1"/>
          </p:cNvSpPr>
          <p:nvPr>
            <p:ph type="title"/>
          </p:nvPr>
        </p:nvSpPr>
        <p:spPr>
          <a:xfrm>
            <a:off x="164592" y="490219"/>
            <a:ext cx="685800" cy="7924800"/>
          </a:xfrm>
        </p:spPr>
        <p:txBody>
          <a:bodyPr vert="vert270" anchor="b"/>
          <a:lstStyle>
            <a:lvl1pPr marL="0" marR="18288" algn="r">
              <a:spcBef>
                <a:spcPts val="0"/>
              </a:spcBef>
              <a:buNone/>
              <a:defRPr sz="2900" b="0" cap="all" baseline="0"/>
            </a:lvl1pPr>
          </a:lstStyle>
          <a:p>
            <a:r>
              <a:rPr kumimoji="0" lang="es-ES" smtClean="0"/>
              <a:t>Haga clic para modificar el estilo de título del patrón</a:t>
            </a:r>
            <a:endParaRPr kumimoji="0" lang="en-US"/>
          </a:p>
        </p:txBody>
      </p:sp>
      <p:sp>
        <p:nvSpPr>
          <p:cNvPr id="3" name="2 Marcador de texto"/>
          <p:cNvSpPr>
            <a:spLocks noGrp="1"/>
          </p:cNvSpPr>
          <p:nvPr>
            <p:ph type="body" idx="2"/>
          </p:nvPr>
        </p:nvSpPr>
        <p:spPr>
          <a:xfrm>
            <a:off x="851892" y="490219"/>
            <a:ext cx="1828800" cy="7924800"/>
          </a:xfrm>
        </p:spPr>
        <p:txBody>
          <a:bodyPr anchor="t"/>
          <a:lstStyle>
            <a:lvl1pPr marL="0" indent="0">
              <a:spcBef>
                <a:spcPts val="0"/>
              </a:spcBef>
              <a:buNone/>
              <a:defRPr sz="1400"/>
            </a:lvl1pPr>
            <a:lvl2pPr>
              <a:buNone/>
              <a:defRPr sz="1200"/>
            </a:lvl2pPr>
            <a:lvl3pPr>
              <a:buNone/>
              <a:defRPr sz="1000"/>
            </a:lvl3pPr>
            <a:lvl4pPr>
              <a:buNone/>
              <a:defRPr sz="900"/>
            </a:lvl4pPr>
            <a:lvl5pPr>
              <a:buNone/>
              <a:defRPr sz="900"/>
            </a:lvl5pPr>
          </a:lstStyle>
          <a:p>
            <a:pPr lvl="0" eaLnBrk="1" latinLnBrk="0" hangingPunct="1"/>
            <a:r>
              <a:rPr kumimoji="0" lang="es-ES" smtClean="0"/>
              <a:t>Haga clic para modificar el estilo de texto del patrón</a:t>
            </a:r>
          </a:p>
        </p:txBody>
      </p:sp>
      <p:sp>
        <p:nvSpPr>
          <p:cNvPr id="4" name="3 Marcador de contenido"/>
          <p:cNvSpPr>
            <a:spLocks noGrp="1"/>
          </p:cNvSpPr>
          <p:nvPr>
            <p:ph sz="half" idx="1"/>
          </p:nvPr>
        </p:nvSpPr>
        <p:spPr>
          <a:xfrm>
            <a:off x="2738438" y="426720"/>
            <a:ext cx="3957066" cy="7985760"/>
          </a:xfrm>
        </p:spPr>
        <p:txBody>
          <a:bodyPr/>
          <a:lstStyle>
            <a:lvl1pPr>
              <a:spcBef>
                <a:spcPts val="0"/>
              </a:spcBef>
              <a:defRPr sz="3000"/>
            </a:lvl1pPr>
            <a:lvl2pPr>
              <a:defRPr sz="2600"/>
            </a:lvl2pPr>
            <a:lvl3pPr>
              <a:defRPr sz="2400"/>
            </a:lvl3pPr>
            <a:lvl4pPr>
              <a:defRPr sz="2000"/>
            </a:lvl4pPr>
            <a:lvl5pPr>
              <a:defRPr sz="2000"/>
            </a:lvl5pPr>
          </a:lstStyle>
          <a:p>
            <a:pPr lvl="0" eaLnBrk="1" latinLnBrk="0" hangingPunct="1"/>
            <a:r>
              <a:rPr lang="es-ES" smtClean="0"/>
              <a:t>Haga clic para modificar el estilo de texto del patrón</a:t>
            </a:r>
          </a:p>
          <a:p>
            <a:pPr lvl="1" eaLnBrk="1" latinLnBrk="0" hangingPunct="1"/>
            <a:r>
              <a:rPr lang="es-ES" smtClean="0"/>
              <a:t>Segundo nivel</a:t>
            </a:r>
          </a:p>
          <a:p>
            <a:pPr lvl="2" eaLnBrk="1" latinLnBrk="0" hangingPunct="1"/>
            <a:r>
              <a:rPr lang="es-ES" smtClean="0"/>
              <a:t>Tercer nivel</a:t>
            </a:r>
          </a:p>
          <a:p>
            <a:pPr lvl="3" eaLnBrk="1" latinLnBrk="0" hangingPunct="1"/>
            <a:r>
              <a:rPr lang="es-ES" smtClean="0"/>
              <a:t>Cuarto nivel</a:t>
            </a:r>
          </a:p>
          <a:p>
            <a:pPr lvl="4" eaLnBrk="1" latinLnBrk="0" hangingPunct="1"/>
            <a:r>
              <a:rPr lang="es-ES" smtClean="0"/>
              <a:t>Quinto nivel</a:t>
            </a:r>
            <a:endParaRPr kumimoji="0" lang="en-US"/>
          </a:p>
        </p:txBody>
      </p:sp>
      <p:sp>
        <p:nvSpPr>
          <p:cNvPr id="5" name="4 Marcador de fecha"/>
          <p:cNvSpPr>
            <a:spLocks noGrp="1"/>
          </p:cNvSpPr>
          <p:nvPr>
            <p:ph type="dt" sz="half" idx="10"/>
          </p:nvPr>
        </p:nvSpPr>
        <p:spPr>
          <a:xfrm>
            <a:off x="4709232" y="8741664"/>
            <a:ext cx="1600200" cy="402336"/>
          </a:xfrm>
        </p:spPr>
        <p:txBody>
          <a:bodyPr/>
          <a:lstStyle>
            <a:lvl1pPr>
              <a:defRPr sz="900"/>
            </a:lvl1pPr>
          </a:lstStyle>
          <a:p>
            <a:fld id="{4CF537AD-8E38-4ECE-AA58-F6CB1F14DF9D}" type="datetimeFigureOut">
              <a:rPr lang="es-CO" smtClean="0"/>
              <a:pPr/>
              <a:t>03/06/2010</a:t>
            </a:fld>
            <a:endParaRPr lang="es-CO"/>
          </a:p>
        </p:txBody>
      </p:sp>
      <p:sp>
        <p:nvSpPr>
          <p:cNvPr id="6" name="5 Marcador de pie de página"/>
          <p:cNvSpPr>
            <a:spLocks noGrp="1"/>
          </p:cNvSpPr>
          <p:nvPr>
            <p:ph type="ftr" sz="quarter" idx="11"/>
          </p:nvPr>
        </p:nvSpPr>
        <p:spPr>
          <a:xfrm>
            <a:off x="851892" y="8741664"/>
            <a:ext cx="3857340" cy="402336"/>
          </a:xfrm>
        </p:spPr>
        <p:txBody>
          <a:bodyPr/>
          <a:lstStyle>
            <a:lvl1pPr>
              <a:defRPr sz="900"/>
            </a:lvl1pPr>
          </a:lstStyle>
          <a:p>
            <a:endParaRPr lang="es-CO"/>
          </a:p>
        </p:txBody>
      </p:sp>
      <p:sp>
        <p:nvSpPr>
          <p:cNvPr id="7" name="6 Marcador de número de diapositiva"/>
          <p:cNvSpPr>
            <a:spLocks noGrp="1"/>
          </p:cNvSpPr>
          <p:nvPr>
            <p:ph type="sldNum" sz="quarter" idx="12"/>
          </p:nvPr>
        </p:nvSpPr>
        <p:spPr>
          <a:xfrm>
            <a:off x="6307932" y="8741664"/>
            <a:ext cx="377190" cy="402336"/>
          </a:xfrm>
        </p:spPr>
        <p:txBody>
          <a:bodyPr/>
          <a:lstStyle>
            <a:lvl1pPr>
              <a:defRPr sz="900"/>
            </a:lvl1pPr>
          </a:lstStyle>
          <a:p>
            <a:fld id="{5A267E48-A383-4E25-B4CF-F509E97B08D7}" type="slidenum">
              <a:rPr lang="es-CO" smtClean="0"/>
              <a:pPr/>
              <a:t>‹Nº›</a:t>
            </a:fld>
            <a:endParaRPr lang="es-CO"/>
          </a:p>
        </p:txBody>
      </p:sp>
    </p:spTree>
  </p:cSld>
  <p:clrMapOvr>
    <a:overrideClrMapping bg1="dk1" tx1="lt1" bg2="dk2" tx2="lt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Imagen con título">
    <p:bg>
      <p:bgRef idx="1002">
        <a:schemeClr val="bg1"/>
      </p:bgRef>
    </p:bg>
    <p:spTree>
      <p:nvGrpSpPr>
        <p:cNvPr id="1" name=""/>
        <p:cNvGrpSpPr/>
        <p:nvPr/>
      </p:nvGrpSpPr>
      <p:grpSpPr>
        <a:xfrm>
          <a:off x="0" y="0"/>
          <a:ext cx="0" cy="0"/>
          <a:chOff x="0" y="0"/>
          <a:chExt cx="0" cy="0"/>
        </a:xfrm>
      </p:grpSpPr>
      <p:sp>
        <p:nvSpPr>
          <p:cNvPr id="2" name="1 Título"/>
          <p:cNvSpPr>
            <a:spLocks noGrp="1"/>
          </p:cNvSpPr>
          <p:nvPr>
            <p:ph type="title"/>
          </p:nvPr>
        </p:nvSpPr>
        <p:spPr>
          <a:xfrm>
            <a:off x="164592" y="201195"/>
            <a:ext cx="685800" cy="8534400"/>
          </a:xfrm>
        </p:spPr>
        <p:txBody>
          <a:bodyPr vert="vert270" anchor="b"/>
          <a:lstStyle>
            <a:lvl1pPr marL="0" algn="l">
              <a:buNone/>
              <a:defRPr sz="3000" b="0" cap="all" baseline="0"/>
            </a:lvl1pPr>
          </a:lstStyle>
          <a:p>
            <a:r>
              <a:rPr kumimoji="0" lang="es-ES" smtClean="0"/>
              <a:t>Haga clic para modificar el estilo de título del patrón</a:t>
            </a:r>
            <a:endParaRPr kumimoji="0" lang="en-US"/>
          </a:p>
        </p:txBody>
      </p:sp>
      <p:sp>
        <p:nvSpPr>
          <p:cNvPr id="3" name="2 Marcador de posición de imagen"/>
          <p:cNvSpPr>
            <a:spLocks noGrp="1"/>
          </p:cNvSpPr>
          <p:nvPr>
            <p:ph type="pic" idx="1"/>
          </p:nvPr>
        </p:nvSpPr>
        <p:spPr>
          <a:xfrm>
            <a:off x="853678" y="498621"/>
            <a:ext cx="5500116" cy="7315200"/>
          </a:xfrm>
          <a:solidFill>
            <a:schemeClr val="bg2">
              <a:shade val="50000"/>
            </a:schemeClr>
          </a:solidFill>
        </p:spPr>
        <p:txBody>
          <a:bodyPr/>
          <a:lstStyle>
            <a:lvl1pPr marL="0" indent="0">
              <a:buNone/>
              <a:defRPr sz="3200"/>
            </a:lvl1pPr>
          </a:lstStyle>
          <a:p>
            <a:r>
              <a:rPr kumimoji="0" lang="es-ES" smtClean="0"/>
              <a:t>Haga clic en el icono para agregar una imagen</a:t>
            </a:r>
            <a:endParaRPr kumimoji="0" lang="en-US" dirty="0"/>
          </a:p>
        </p:txBody>
      </p:sp>
      <p:sp>
        <p:nvSpPr>
          <p:cNvPr id="4" name="3 Marcador de texto"/>
          <p:cNvSpPr>
            <a:spLocks noGrp="1"/>
          </p:cNvSpPr>
          <p:nvPr>
            <p:ph type="body" sz="half" idx="2"/>
          </p:nvPr>
        </p:nvSpPr>
        <p:spPr>
          <a:xfrm>
            <a:off x="857250" y="7823200"/>
            <a:ext cx="5500116" cy="914400"/>
          </a:xfrm>
          <a:solidFill>
            <a:schemeClr val="accent1">
              <a:alpha val="15000"/>
            </a:schemeClr>
          </a:solidFill>
          <a:ln>
            <a:solidFill>
              <a:schemeClr val="accent1"/>
            </a:solidFill>
            <a:miter lim="800000"/>
          </a:ln>
        </p:spPr>
        <p:txBody>
          <a:bodyPr/>
          <a:lstStyle>
            <a:lvl1pPr marL="0" indent="0">
              <a:spcBef>
                <a:spcPts val="0"/>
              </a:spcBef>
              <a:buNone/>
              <a:defRPr sz="1400"/>
            </a:lvl1pPr>
            <a:lvl2pPr>
              <a:defRPr sz="1200"/>
            </a:lvl2pPr>
            <a:lvl3pPr>
              <a:defRPr sz="1000"/>
            </a:lvl3pPr>
            <a:lvl4pPr>
              <a:defRPr sz="900"/>
            </a:lvl4pPr>
            <a:lvl5pPr>
              <a:defRPr sz="900"/>
            </a:lvl5pPr>
          </a:lstStyle>
          <a:p>
            <a:pPr lvl="0" eaLnBrk="1" latinLnBrk="0" hangingPunct="1"/>
            <a:r>
              <a:rPr kumimoji="0" lang="es-ES" smtClean="0"/>
              <a:t>Haga clic para modificar el estilo de texto del patrón</a:t>
            </a:r>
          </a:p>
        </p:txBody>
      </p:sp>
      <p:sp>
        <p:nvSpPr>
          <p:cNvPr id="5" name="4 Marcador de fecha"/>
          <p:cNvSpPr>
            <a:spLocks noGrp="1"/>
          </p:cNvSpPr>
          <p:nvPr>
            <p:ph type="dt" sz="half" idx="10"/>
          </p:nvPr>
        </p:nvSpPr>
        <p:spPr>
          <a:xfrm>
            <a:off x="4581144" y="8741664"/>
            <a:ext cx="1577340" cy="402336"/>
          </a:xfrm>
        </p:spPr>
        <p:txBody>
          <a:bodyPr/>
          <a:lstStyle>
            <a:lvl1pPr>
              <a:defRPr sz="900"/>
            </a:lvl1pPr>
          </a:lstStyle>
          <a:p>
            <a:fld id="{4CF537AD-8E38-4ECE-AA58-F6CB1F14DF9D}" type="datetimeFigureOut">
              <a:rPr lang="es-CO" smtClean="0"/>
              <a:pPr/>
              <a:t>03/06/2010</a:t>
            </a:fld>
            <a:endParaRPr lang="es-CO"/>
          </a:p>
        </p:txBody>
      </p:sp>
      <p:sp>
        <p:nvSpPr>
          <p:cNvPr id="6" name="5 Marcador de pie de página"/>
          <p:cNvSpPr>
            <a:spLocks noGrp="1"/>
          </p:cNvSpPr>
          <p:nvPr>
            <p:ph type="ftr" sz="quarter" idx="11"/>
          </p:nvPr>
        </p:nvSpPr>
        <p:spPr>
          <a:xfrm>
            <a:off x="877824" y="8742892"/>
            <a:ext cx="3711054" cy="402336"/>
          </a:xfrm>
        </p:spPr>
        <p:txBody>
          <a:bodyPr/>
          <a:lstStyle>
            <a:lvl1pPr>
              <a:defRPr sz="900"/>
            </a:lvl1pPr>
          </a:lstStyle>
          <a:p>
            <a:endParaRPr lang="es-CO"/>
          </a:p>
        </p:txBody>
      </p:sp>
      <p:sp>
        <p:nvSpPr>
          <p:cNvPr id="7" name="6 Marcador de número de diapositiva"/>
          <p:cNvSpPr>
            <a:spLocks noGrp="1"/>
          </p:cNvSpPr>
          <p:nvPr>
            <p:ph type="sldNum" sz="quarter" idx="12"/>
          </p:nvPr>
        </p:nvSpPr>
        <p:spPr>
          <a:xfrm>
            <a:off x="6162894" y="8741664"/>
            <a:ext cx="274320" cy="402336"/>
          </a:xfrm>
        </p:spPr>
        <p:txBody>
          <a:bodyPr/>
          <a:lstStyle>
            <a:lvl1pPr algn="ctr">
              <a:defRPr sz="900"/>
            </a:lvl1pPr>
          </a:lstStyle>
          <a:p>
            <a:fld id="{5A267E48-A383-4E25-B4CF-F509E97B08D7}" type="slidenum">
              <a:rPr lang="es-CO" smtClean="0"/>
              <a:pPr/>
              <a:t>‹Nº›</a:t>
            </a:fld>
            <a:endParaRPr lang="es-CO"/>
          </a:p>
        </p:txBody>
      </p:sp>
    </p:spTree>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kumimoji="0" lang="es-ES" smtClean="0"/>
              <a:t>Haga clic para modificar el estilo de título del patrón</a:t>
            </a:r>
            <a:endParaRPr kumimoji="0" lang="en-US"/>
          </a:p>
        </p:txBody>
      </p:sp>
      <p:sp>
        <p:nvSpPr>
          <p:cNvPr id="3" name="2 Marcador de texto vertical"/>
          <p:cNvSpPr>
            <a:spLocks noGrp="1"/>
          </p:cNvSpPr>
          <p:nvPr>
            <p:ph type="body" orient="vert" idx="1"/>
          </p:nvPr>
        </p:nvSpPr>
        <p:spPr/>
        <p:txBody>
          <a:bodyPr vert="eaVert"/>
          <a:lstStyle/>
          <a:p>
            <a:pPr lvl="0" eaLnBrk="1" latinLnBrk="0" hangingPunct="1"/>
            <a:r>
              <a:rPr lang="es-ES" smtClean="0"/>
              <a:t>Haga clic para modificar el estilo de texto del patrón</a:t>
            </a:r>
          </a:p>
          <a:p>
            <a:pPr lvl="1" eaLnBrk="1" latinLnBrk="0" hangingPunct="1"/>
            <a:r>
              <a:rPr lang="es-ES" smtClean="0"/>
              <a:t>Segundo nivel</a:t>
            </a:r>
          </a:p>
          <a:p>
            <a:pPr lvl="2" eaLnBrk="1" latinLnBrk="0" hangingPunct="1"/>
            <a:r>
              <a:rPr lang="es-ES" smtClean="0"/>
              <a:t>Tercer nivel</a:t>
            </a:r>
          </a:p>
          <a:p>
            <a:pPr lvl="3" eaLnBrk="1" latinLnBrk="0" hangingPunct="1"/>
            <a:r>
              <a:rPr lang="es-ES" smtClean="0"/>
              <a:t>Cuarto nivel</a:t>
            </a:r>
          </a:p>
          <a:p>
            <a:pPr lvl="4" eaLnBrk="1" latinLnBrk="0" hangingPunct="1"/>
            <a:r>
              <a:rPr lang="es-ES" smtClean="0"/>
              <a:t>Quinto nivel</a:t>
            </a:r>
            <a:endParaRPr kumimoji="0" lang="en-US"/>
          </a:p>
        </p:txBody>
      </p:sp>
      <p:sp>
        <p:nvSpPr>
          <p:cNvPr id="4" name="3 Marcador de fecha"/>
          <p:cNvSpPr>
            <a:spLocks noGrp="1"/>
          </p:cNvSpPr>
          <p:nvPr>
            <p:ph type="dt" sz="half" idx="10"/>
          </p:nvPr>
        </p:nvSpPr>
        <p:spPr/>
        <p:txBody>
          <a:bodyPr/>
          <a:lstStyle/>
          <a:p>
            <a:fld id="{4CF537AD-8E38-4ECE-AA58-F6CB1F14DF9D}" type="datetimeFigureOut">
              <a:rPr lang="es-CO" smtClean="0"/>
              <a:pPr/>
              <a:t>03/06/2010</a:t>
            </a:fld>
            <a:endParaRPr lang="es-CO"/>
          </a:p>
        </p:txBody>
      </p:sp>
      <p:sp>
        <p:nvSpPr>
          <p:cNvPr id="5" name="4 Marcador de pie de página"/>
          <p:cNvSpPr>
            <a:spLocks noGrp="1"/>
          </p:cNvSpPr>
          <p:nvPr>
            <p:ph type="ftr" sz="quarter" idx="11"/>
          </p:nvPr>
        </p:nvSpPr>
        <p:spPr/>
        <p:txBody>
          <a:bodyPr/>
          <a:lstStyle/>
          <a:p>
            <a:endParaRPr lang="es-CO"/>
          </a:p>
        </p:txBody>
      </p:sp>
      <p:sp>
        <p:nvSpPr>
          <p:cNvPr id="6" name="5 Marcador de número de diapositiva"/>
          <p:cNvSpPr>
            <a:spLocks noGrp="1"/>
          </p:cNvSpPr>
          <p:nvPr>
            <p:ph type="sldNum" sz="quarter" idx="12"/>
          </p:nvPr>
        </p:nvSpPr>
        <p:spPr/>
        <p:txBody>
          <a:bodyPr/>
          <a:lstStyle/>
          <a:p>
            <a:fld id="{5A267E48-A383-4E25-B4CF-F509E97B08D7}" type="slidenum">
              <a:rPr lang="es-CO" smtClean="0"/>
              <a:pPr/>
              <a:t>‹Nº›</a:t>
            </a:fld>
            <a:endParaRPr lang="es-CO"/>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1 Título vertical"/>
          <p:cNvSpPr>
            <a:spLocks noGrp="1"/>
          </p:cNvSpPr>
          <p:nvPr>
            <p:ph type="title" orient="vert"/>
          </p:nvPr>
        </p:nvSpPr>
        <p:spPr>
          <a:xfrm>
            <a:off x="5086350" y="508000"/>
            <a:ext cx="1428750" cy="7315200"/>
          </a:xfrm>
        </p:spPr>
        <p:txBody>
          <a:bodyPr vert="eaVert"/>
          <a:lstStyle/>
          <a:p>
            <a:r>
              <a:rPr kumimoji="0" lang="es-ES" smtClean="0"/>
              <a:t>Haga clic para modificar el estilo de título del patrón</a:t>
            </a:r>
            <a:endParaRPr kumimoji="0" lang="en-US"/>
          </a:p>
        </p:txBody>
      </p:sp>
      <p:sp>
        <p:nvSpPr>
          <p:cNvPr id="3" name="2 Marcador de texto vertical"/>
          <p:cNvSpPr>
            <a:spLocks noGrp="1"/>
          </p:cNvSpPr>
          <p:nvPr>
            <p:ph type="body" orient="vert" idx="1"/>
          </p:nvPr>
        </p:nvSpPr>
        <p:spPr>
          <a:xfrm>
            <a:off x="342900" y="508000"/>
            <a:ext cx="4686300" cy="7315200"/>
          </a:xfrm>
        </p:spPr>
        <p:txBody>
          <a:bodyPr vert="eaVert"/>
          <a:lstStyle/>
          <a:p>
            <a:pPr lvl="0" eaLnBrk="1" latinLnBrk="0" hangingPunct="1"/>
            <a:r>
              <a:rPr lang="es-ES" smtClean="0"/>
              <a:t>Haga clic para modificar el estilo de texto del patrón</a:t>
            </a:r>
          </a:p>
          <a:p>
            <a:pPr lvl="1" eaLnBrk="1" latinLnBrk="0" hangingPunct="1"/>
            <a:r>
              <a:rPr lang="es-ES" smtClean="0"/>
              <a:t>Segundo nivel</a:t>
            </a:r>
          </a:p>
          <a:p>
            <a:pPr lvl="2" eaLnBrk="1" latinLnBrk="0" hangingPunct="1"/>
            <a:r>
              <a:rPr lang="es-ES" smtClean="0"/>
              <a:t>Tercer nivel</a:t>
            </a:r>
          </a:p>
          <a:p>
            <a:pPr lvl="3" eaLnBrk="1" latinLnBrk="0" hangingPunct="1"/>
            <a:r>
              <a:rPr lang="es-ES" smtClean="0"/>
              <a:t>Cuarto nivel</a:t>
            </a:r>
          </a:p>
          <a:p>
            <a:pPr lvl="4" eaLnBrk="1" latinLnBrk="0" hangingPunct="1"/>
            <a:r>
              <a:rPr lang="es-ES" smtClean="0"/>
              <a:t>Quinto nivel</a:t>
            </a:r>
            <a:endParaRPr kumimoji="0" lang="en-US"/>
          </a:p>
        </p:txBody>
      </p:sp>
      <p:sp>
        <p:nvSpPr>
          <p:cNvPr id="4" name="3 Marcador de fecha"/>
          <p:cNvSpPr>
            <a:spLocks noGrp="1"/>
          </p:cNvSpPr>
          <p:nvPr>
            <p:ph type="dt" sz="half" idx="10"/>
          </p:nvPr>
        </p:nvSpPr>
        <p:spPr/>
        <p:txBody>
          <a:bodyPr/>
          <a:lstStyle/>
          <a:p>
            <a:fld id="{4CF537AD-8E38-4ECE-AA58-F6CB1F14DF9D}" type="datetimeFigureOut">
              <a:rPr lang="es-CO" smtClean="0"/>
              <a:pPr/>
              <a:t>03/06/2010</a:t>
            </a:fld>
            <a:endParaRPr lang="es-CO"/>
          </a:p>
        </p:txBody>
      </p:sp>
      <p:sp>
        <p:nvSpPr>
          <p:cNvPr id="5" name="4 Marcador de pie de página"/>
          <p:cNvSpPr>
            <a:spLocks noGrp="1"/>
          </p:cNvSpPr>
          <p:nvPr>
            <p:ph type="ftr" sz="quarter" idx="11"/>
          </p:nvPr>
        </p:nvSpPr>
        <p:spPr/>
        <p:txBody>
          <a:bodyPr/>
          <a:lstStyle/>
          <a:p>
            <a:endParaRPr lang="es-CO"/>
          </a:p>
        </p:txBody>
      </p:sp>
      <p:sp>
        <p:nvSpPr>
          <p:cNvPr id="6" name="5 Marcador de número de diapositiva"/>
          <p:cNvSpPr>
            <a:spLocks noGrp="1"/>
          </p:cNvSpPr>
          <p:nvPr>
            <p:ph type="sldNum" sz="quarter" idx="12"/>
          </p:nvPr>
        </p:nvSpPr>
        <p:spPr/>
        <p:txBody>
          <a:bodyPr/>
          <a:lstStyle/>
          <a:p>
            <a:fld id="{5A267E48-A383-4E25-B4CF-F509E97B08D7}" type="slidenum">
              <a:rPr lang="es-CO" smtClean="0"/>
              <a:pPr/>
              <a:t>‹Nº›</a:t>
            </a:fld>
            <a:endParaRPr lang="es-CO"/>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sp>
        <p:nvSpPr>
          <p:cNvPr id="11" name="10 Triángulo rectángulo"/>
          <p:cNvSpPr/>
          <p:nvPr/>
        </p:nvSpPr>
        <p:spPr>
          <a:xfrm>
            <a:off x="5276" y="18760"/>
            <a:ext cx="6847449" cy="9115865"/>
          </a:xfrm>
          <a:prstGeom prst="rtTriangle">
            <a:avLst/>
          </a:prstGeom>
          <a:gradFill flip="none" rotWithShape="1">
            <a:gsLst>
              <a:gs pos="0">
                <a:schemeClr val="tx2">
                  <a:alpha val="10000"/>
                </a:schemeClr>
              </a:gs>
              <a:gs pos="70000">
                <a:schemeClr val="tx2">
                  <a:alpha val="8000"/>
                </a:schemeClr>
              </a:gs>
              <a:gs pos="100000">
                <a:schemeClr val="tx2">
                  <a:alpha val="1000"/>
                </a:schemeClr>
              </a:gs>
            </a:gsLst>
            <a:lin ang="8000000" scaled="1"/>
            <a:tileRect/>
          </a:gra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cxnSp>
        <p:nvCxnSpPr>
          <p:cNvPr id="8" name="7 Conector recto"/>
          <p:cNvCxnSpPr/>
          <p:nvPr/>
        </p:nvCxnSpPr>
        <p:spPr>
          <a:xfrm>
            <a:off x="1" y="9379"/>
            <a:ext cx="6852725" cy="9125244"/>
          </a:xfrm>
          <a:prstGeom prst="line">
            <a:avLst/>
          </a:prstGeom>
          <a:noFill/>
          <a:ln w="5000" cap="rnd" cmpd="sng" algn="ctr">
            <a:solidFill>
              <a:schemeClr val="bg2">
                <a:tint val="55000"/>
                <a:satMod val="200000"/>
                <a:alpha val="35000"/>
              </a:schemeClr>
            </a:solidFill>
            <a:prstDash val="solid"/>
          </a:ln>
          <a:effectLst/>
        </p:spPr>
        <p:style>
          <a:lnRef idx="2">
            <a:schemeClr val="accent1"/>
          </a:lnRef>
          <a:fillRef idx="0">
            <a:schemeClr val="accent1"/>
          </a:fillRef>
          <a:effectRef idx="1">
            <a:schemeClr val="accent1"/>
          </a:effectRef>
          <a:fontRef idx="minor">
            <a:schemeClr val="tx1"/>
          </a:fontRef>
        </p:style>
      </p:cxnSp>
      <p:cxnSp>
        <p:nvCxnSpPr>
          <p:cNvPr id="9" name="8 Conector recto"/>
          <p:cNvCxnSpPr/>
          <p:nvPr/>
        </p:nvCxnSpPr>
        <p:spPr>
          <a:xfrm rot="10800000" flipV="1">
            <a:off x="4851597" y="6597880"/>
            <a:ext cx="2004646" cy="2533613"/>
          </a:xfrm>
          <a:prstGeom prst="line">
            <a:avLst/>
          </a:prstGeom>
          <a:noFill/>
          <a:ln w="6000" cap="rnd" cmpd="sng" algn="ctr">
            <a:solidFill>
              <a:schemeClr val="bg2">
                <a:tint val="50000"/>
                <a:satMod val="200000"/>
                <a:alpha val="4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22" name="21 Marcador de título"/>
          <p:cNvSpPr>
            <a:spLocks noGrp="1"/>
          </p:cNvSpPr>
          <p:nvPr>
            <p:ph type="title"/>
          </p:nvPr>
        </p:nvSpPr>
        <p:spPr>
          <a:xfrm>
            <a:off x="342900" y="356659"/>
            <a:ext cx="6172200" cy="1865376"/>
          </a:xfrm>
          <a:prstGeom prst="rect">
            <a:avLst/>
          </a:prstGeom>
        </p:spPr>
        <p:txBody>
          <a:bodyPr vert="horz" anchor="ctr">
            <a:normAutofit/>
          </a:bodyPr>
          <a:lstStyle/>
          <a:p>
            <a:r>
              <a:rPr kumimoji="0" lang="es-ES" smtClean="0"/>
              <a:t>Haga clic para modificar el estilo de título del patrón</a:t>
            </a:r>
            <a:endParaRPr kumimoji="0" lang="en-US"/>
          </a:p>
        </p:txBody>
      </p:sp>
      <p:sp>
        <p:nvSpPr>
          <p:cNvPr id="13" name="12 Marcador de texto"/>
          <p:cNvSpPr>
            <a:spLocks noGrp="1"/>
          </p:cNvSpPr>
          <p:nvPr>
            <p:ph type="body" idx="1"/>
          </p:nvPr>
        </p:nvSpPr>
        <p:spPr>
          <a:xfrm>
            <a:off x="342900" y="2510411"/>
            <a:ext cx="6172200" cy="6096000"/>
          </a:xfrm>
          <a:prstGeom prst="rect">
            <a:avLst/>
          </a:prstGeom>
        </p:spPr>
        <p:txBody>
          <a:bodyPr vert="horz" anchor="t">
            <a:normAutofit/>
          </a:bodyPr>
          <a:lstStyle/>
          <a:p>
            <a:pPr lvl="0" eaLnBrk="1" latinLnBrk="0" hangingPunct="1"/>
            <a:r>
              <a:rPr kumimoji="0" lang="es-ES" smtClean="0"/>
              <a:t>Haga clic para modificar el estilo de texto del patrón</a:t>
            </a:r>
          </a:p>
          <a:p>
            <a:pPr lvl="1" eaLnBrk="1" latinLnBrk="0" hangingPunct="1"/>
            <a:r>
              <a:rPr kumimoji="0" lang="es-ES" smtClean="0"/>
              <a:t>Segundo nivel</a:t>
            </a:r>
          </a:p>
          <a:p>
            <a:pPr lvl="2" eaLnBrk="1" latinLnBrk="0" hangingPunct="1"/>
            <a:r>
              <a:rPr kumimoji="0" lang="es-ES" smtClean="0"/>
              <a:t>Tercer nivel</a:t>
            </a:r>
          </a:p>
          <a:p>
            <a:pPr lvl="3" eaLnBrk="1" latinLnBrk="0" hangingPunct="1"/>
            <a:r>
              <a:rPr kumimoji="0" lang="es-ES" smtClean="0"/>
              <a:t>Cuarto nivel</a:t>
            </a:r>
          </a:p>
          <a:p>
            <a:pPr lvl="4" eaLnBrk="1" latinLnBrk="0" hangingPunct="1"/>
            <a:r>
              <a:rPr kumimoji="0" lang="es-ES" smtClean="0"/>
              <a:t>Quinto nivel</a:t>
            </a:r>
            <a:endParaRPr kumimoji="0" lang="en-US"/>
          </a:p>
        </p:txBody>
      </p:sp>
      <p:sp>
        <p:nvSpPr>
          <p:cNvPr id="14" name="13 Marcador de fecha"/>
          <p:cNvSpPr>
            <a:spLocks noGrp="1"/>
          </p:cNvSpPr>
          <p:nvPr>
            <p:ph type="dt" sz="half" idx="2"/>
          </p:nvPr>
        </p:nvSpPr>
        <p:spPr>
          <a:xfrm>
            <a:off x="3593592" y="8641292"/>
            <a:ext cx="1600200" cy="402336"/>
          </a:xfrm>
          <a:prstGeom prst="rect">
            <a:avLst/>
          </a:prstGeom>
        </p:spPr>
        <p:txBody>
          <a:bodyPr vert="horz" anchor="b"/>
          <a:lstStyle>
            <a:lvl1pPr algn="l" eaLnBrk="1" latinLnBrk="0" hangingPunct="1">
              <a:defRPr kumimoji="0" sz="1000" b="0">
                <a:solidFill>
                  <a:schemeClr val="tx1"/>
                </a:solidFill>
              </a:defRPr>
            </a:lvl1pPr>
          </a:lstStyle>
          <a:p>
            <a:fld id="{4CF537AD-8E38-4ECE-AA58-F6CB1F14DF9D}" type="datetimeFigureOut">
              <a:rPr lang="es-CO" smtClean="0"/>
              <a:pPr/>
              <a:t>03/06/2010</a:t>
            </a:fld>
            <a:endParaRPr lang="es-CO"/>
          </a:p>
        </p:txBody>
      </p:sp>
      <p:sp>
        <p:nvSpPr>
          <p:cNvPr id="3" name="2 Marcador de pie de página"/>
          <p:cNvSpPr>
            <a:spLocks noGrp="1"/>
          </p:cNvSpPr>
          <p:nvPr>
            <p:ph type="ftr" sz="quarter" idx="3"/>
          </p:nvPr>
        </p:nvSpPr>
        <p:spPr>
          <a:xfrm>
            <a:off x="342900" y="8642522"/>
            <a:ext cx="3195042" cy="401108"/>
          </a:xfrm>
          <a:prstGeom prst="rect">
            <a:avLst/>
          </a:prstGeom>
        </p:spPr>
        <p:txBody>
          <a:bodyPr vert="horz" anchor="b"/>
          <a:lstStyle>
            <a:lvl1pPr algn="r" eaLnBrk="1" latinLnBrk="0" hangingPunct="1">
              <a:defRPr kumimoji="0" sz="1000">
                <a:solidFill>
                  <a:schemeClr val="tx1"/>
                </a:solidFill>
              </a:defRPr>
            </a:lvl1pPr>
          </a:lstStyle>
          <a:p>
            <a:endParaRPr lang="es-CO"/>
          </a:p>
        </p:txBody>
      </p:sp>
      <p:sp>
        <p:nvSpPr>
          <p:cNvPr id="23" name="22 Marcador de número de diapositiva"/>
          <p:cNvSpPr>
            <a:spLocks noGrp="1"/>
          </p:cNvSpPr>
          <p:nvPr>
            <p:ph type="sldNum" sz="quarter" idx="4"/>
          </p:nvPr>
        </p:nvSpPr>
        <p:spPr>
          <a:xfrm>
            <a:off x="5692140" y="8641292"/>
            <a:ext cx="377190" cy="402336"/>
          </a:xfrm>
          <a:prstGeom prst="rect">
            <a:avLst/>
          </a:prstGeom>
        </p:spPr>
        <p:txBody>
          <a:bodyPr vert="horz" anchor="b"/>
          <a:lstStyle>
            <a:lvl1pPr algn="ctr" eaLnBrk="1" latinLnBrk="0" hangingPunct="1">
              <a:defRPr kumimoji="0" sz="1200">
                <a:solidFill>
                  <a:schemeClr val="tx1"/>
                </a:solidFill>
              </a:defRPr>
            </a:lvl1pPr>
          </a:lstStyle>
          <a:p>
            <a:fld id="{5A267E48-A383-4E25-B4CF-F509E97B08D7}" type="slidenum">
              <a:rPr lang="es-CO" smtClean="0"/>
              <a:pPr/>
              <a:t>‹Nº›</a:t>
            </a:fld>
            <a:endParaRPr lang="es-CO"/>
          </a:p>
        </p:txBody>
      </p:sp>
    </p:spTree>
  </p:cSld>
  <p:clrMap bg1="dk1" tx1="lt1" bg2="dk2" tx2="lt2" accent1="accent1" accent2="accent2" accent3="accent3" accent4="accent4" accent5="accent5" accent6="accent6" hlink="hlink" folHlink="folHlink"/>
  <p:sldLayoutIdLst>
    <p:sldLayoutId id="2147483853" r:id="rId1"/>
    <p:sldLayoutId id="2147483854" r:id="rId2"/>
    <p:sldLayoutId id="2147483855" r:id="rId3"/>
    <p:sldLayoutId id="2147483856" r:id="rId4"/>
    <p:sldLayoutId id="2147483857" r:id="rId5"/>
    <p:sldLayoutId id="2147483858" r:id="rId6"/>
    <p:sldLayoutId id="2147483859" r:id="rId7"/>
    <p:sldLayoutId id="2147483860" r:id="rId8"/>
    <p:sldLayoutId id="2147483861" r:id="rId9"/>
    <p:sldLayoutId id="2147483862" r:id="rId10"/>
    <p:sldLayoutId id="2147483863" r:id="rId11"/>
  </p:sldLayoutIdLst>
  <p:txStyles>
    <p:titleStyle>
      <a:lvl1pPr marL="484632" algn="l" rtl="0" eaLnBrk="1" latinLnBrk="0" hangingPunct="1">
        <a:spcBef>
          <a:spcPct val="0"/>
        </a:spcBef>
        <a:buNone/>
        <a:defRPr kumimoji="0" sz="4200" kern="1200">
          <a:ln w="6350">
            <a:solidFill>
              <a:schemeClr val="accent1">
                <a:shade val="43000"/>
              </a:schemeClr>
            </a:solidFill>
          </a:ln>
          <a:solidFill>
            <a:schemeClr val="accent1">
              <a:tint val="83000"/>
              <a:satMod val="150000"/>
            </a:schemeClr>
          </a:solidFill>
          <a:effectLst>
            <a:outerShdw blurRad="26000" dist="26000" dir="14500000" algn="tl" rotWithShape="0">
              <a:srgbClr val="000000">
                <a:alpha val="40000"/>
              </a:srgbClr>
            </a:outerShdw>
          </a:effectLst>
          <a:latin typeface="+mj-lt"/>
          <a:ea typeface="+mj-ea"/>
          <a:cs typeface="+mj-cs"/>
        </a:defRPr>
      </a:lvl1pPr>
    </p:titleStyle>
    <p:bodyStyle>
      <a:lvl1pPr marL="448056" indent="-384048" algn="l" rtl="0" eaLnBrk="1" latinLnBrk="0" hangingPunct="1">
        <a:spcBef>
          <a:spcPct val="20000"/>
        </a:spcBef>
        <a:buClr>
          <a:schemeClr val="accent1"/>
        </a:buClr>
        <a:buSzPct val="80000"/>
        <a:buFont typeface="Wingdings 2"/>
        <a:buChar char=""/>
        <a:defRPr kumimoji="0" sz="3000" kern="1200">
          <a:solidFill>
            <a:schemeClr val="tx1"/>
          </a:solidFill>
          <a:latin typeface="+mn-lt"/>
          <a:ea typeface="+mn-ea"/>
          <a:cs typeface="+mn-cs"/>
        </a:defRPr>
      </a:lvl1pPr>
      <a:lvl2pPr marL="822960" indent="-285750" algn="l" rtl="0" eaLnBrk="1" latinLnBrk="0" hangingPunct="1">
        <a:spcBef>
          <a:spcPct val="20000"/>
        </a:spcBef>
        <a:buClr>
          <a:schemeClr val="accent1"/>
        </a:buClr>
        <a:buSzPct val="95000"/>
        <a:buFont typeface="Verdana"/>
        <a:buChar char="›"/>
        <a:defRPr kumimoji="0" sz="2600" kern="1200">
          <a:solidFill>
            <a:schemeClr val="tx1"/>
          </a:solidFill>
          <a:latin typeface="+mn-lt"/>
          <a:ea typeface="+mn-ea"/>
          <a:cs typeface="+mn-cs"/>
        </a:defRPr>
      </a:lvl2pPr>
      <a:lvl3pPr marL="1106424" indent="-228600" algn="l" rtl="0" eaLnBrk="1" latinLnBrk="0" hangingPunct="1">
        <a:spcBef>
          <a:spcPct val="20000"/>
        </a:spcBef>
        <a:buClr>
          <a:schemeClr val="accent1"/>
        </a:buClr>
        <a:buFont typeface="Wingdings 2"/>
        <a:buChar char=""/>
        <a:defRPr kumimoji="0" sz="2400" kern="1200">
          <a:solidFill>
            <a:schemeClr val="tx1"/>
          </a:solidFill>
          <a:latin typeface="+mn-lt"/>
          <a:ea typeface="+mn-ea"/>
          <a:cs typeface="+mn-cs"/>
        </a:defRPr>
      </a:lvl3pPr>
      <a:lvl4pPr marL="1371600" indent="-210312" algn="l" rtl="0" eaLnBrk="1" latinLnBrk="0" hangingPunct="1">
        <a:spcBef>
          <a:spcPct val="20000"/>
        </a:spcBef>
        <a:buClr>
          <a:schemeClr val="accent1"/>
        </a:buClr>
        <a:buFont typeface="Wingdings 2"/>
        <a:buChar char=""/>
        <a:defRPr kumimoji="0" sz="2000" kern="1200">
          <a:solidFill>
            <a:schemeClr val="tx1"/>
          </a:solidFill>
          <a:latin typeface="+mn-lt"/>
          <a:ea typeface="+mn-ea"/>
          <a:cs typeface="+mn-cs"/>
        </a:defRPr>
      </a:lvl4pPr>
      <a:lvl5pPr marL="1600200" indent="-210312" algn="l" rtl="0" eaLnBrk="1" latinLnBrk="0" hangingPunct="1">
        <a:spcBef>
          <a:spcPct val="20000"/>
        </a:spcBef>
        <a:buClr>
          <a:schemeClr val="accent1">
            <a:tint val="75000"/>
          </a:schemeClr>
        </a:buClr>
        <a:buFont typeface="Wingdings 2"/>
        <a:buChar char=""/>
        <a:defRPr kumimoji="0" sz="1900" kern="1200">
          <a:solidFill>
            <a:schemeClr val="tx1"/>
          </a:solidFill>
          <a:latin typeface="+mn-lt"/>
          <a:ea typeface="+mn-ea"/>
          <a:cs typeface="+mn-cs"/>
        </a:defRPr>
      </a:lvl5pPr>
      <a:lvl6pPr marL="1828800" indent="-210312" algn="l" rtl="0" eaLnBrk="1" latinLnBrk="0" hangingPunct="1">
        <a:spcBef>
          <a:spcPct val="20000"/>
        </a:spcBef>
        <a:buClr>
          <a:schemeClr val="accent1">
            <a:tint val="75000"/>
          </a:schemeClr>
        </a:buClr>
        <a:buFont typeface="Wingdings 2"/>
        <a:buChar char=""/>
        <a:defRPr kumimoji="0" sz="1800" kern="1200">
          <a:solidFill>
            <a:schemeClr val="tx1"/>
          </a:solidFill>
          <a:latin typeface="+mn-lt"/>
          <a:ea typeface="+mn-ea"/>
          <a:cs typeface="+mn-cs"/>
        </a:defRPr>
      </a:lvl6pPr>
      <a:lvl7pPr marL="2084832" indent="-210312" algn="l" rtl="0" eaLnBrk="1" latinLnBrk="0" hangingPunct="1">
        <a:spcBef>
          <a:spcPct val="20000"/>
        </a:spcBef>
        <a:buClr>
          <a:schemeClr val="accent1">
            <a:tint val="75000"/>
          </a:schemeClr>
        </a:buClr>
        <a:buFont typeface="Wingdings 2"/>
        <a:buChar char=""/>
        <a:defRPr kumimoji="0" sz="1600" kern="1200">
          <a:solidFill>
            <a:schemeClr val="tx1"/>
          </a:solidFill>
          <a:latin typeface="+mn-lt"/>
          <a:ea typeface="+mn-ea"/>
          <a:cs typeface="+mn-cs"/>
        </a:defRPr>
      </a:lvl7pPr>
      <a:lvl8pPr marL="2286000" indent="-182880" algn="l" rtl="0" eaLnBrk="1" latinLnBrk="0" hangingPunct="1">
        <a:spcBef>
          <a:spcPct val="20000"/>
        </a:spcBef>
        <a:buClr>
          <a:schemeClr val="accent1">
            <a:tint val="75000"/>
          </a:schemeClr>
        </a:buClr>
        <a:buFont typeface="Wingdings 2"/>
        <a:buChar char=""/>
        <a:defRPr kumimoji="0" sz="1600" kern="1200">
          <a:solidFill>
            <a:schemeClr val="tx1"/>
          </a:solidFill>
          <a:latin typeface="+mn-lt"/>
          <a:ea typeface="+mn-ea"/>
          <a:cs typeface="+mn-cs"/>
        </a:defRPr>
      </a:lvl8pPr>
      <a:lvl9pPr marL="2514600" indent="-182880" algn="l" rtl="0" eaLnBrk="1" latinLnBrk="0" hangingPunct="1">
        <a:spcBef>
          <a:spcPct val="20000"/>
        </a:spcBef>
        <a:buClr>
          <a:schemeClr val="accent1">
            <a:tint val="75000"/>
          </a:schemeClr>
        </a:buClr>
        <a:buFont typeface="Wingdings 2"/>
        <a:buChar char=""/>
        <a:defRPr kumimoji="0" sz="16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wmf"/><Relationship Id="rId2" Type="http://schemas.openxmlformats.org/officeDocument/2006/relationships/image" Target="../media/image5.png"/><Relationship Id="rId1" Type="http://schemas.openxmlformats.org/officeDocument/2006/relationships/slideLayout" Target="../slideLayouts/slideLayout2.xml"/><Relationship Id="rId5" Type="http://schemas.openxmlformats.org/officeDocument/2006/relationships/image" Target="../media/image8.jpeg"/><Relationship Id="rId4" Type="http://schemas.openxmlformats.org/officeDocument/2006/relationships/image" Target="../media/image7.wmf"/></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9.wmf"/><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wmf"/><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ctrTitle"/>
          </p:nvPr>
        </p:nvSpPr>
        <p:spPr>
          <a:xfrm>
            <a:off x="405408" y="785787"/>
            <a:ext cx="6047184" cy="3714776"/>
          </a:xfrm>
        </p:spPr>
        <p:txBody>
          <a:bodyPr>
            <a:noAutofit/>
          </a:bodyPr>
          <a:lstStyle/>
          <a:p>
            <a:r>
              <a:rPr lang="es-CO" sz="4000" b="1" dirty="0" smtClean="0">
                <a:solidFill>
                  <a:schemeClr val="accent1">
                    <a:lumMod val="50000"/>
                  </a:schemeClr>
                </a:solidFill>
              </a:rPr>
              <a:t>Desarrollo de un Aplicativo Web Basado en el </a:t>
            </a:r>
            <a:br>
              <a:rPr lang="es-CO" sz="4000" b="1" dirty="0" smtClean="0">
                <a:solidFill>
                  <a:schemeClr val="accent1">
                    <a:lumMod val="50000"/>
                  </a:schemeClr>
                </a:solidFill>
              </a:rPr>
            </a:br>
            <a:r>
              <a:rPr lang="es-CO" sz="4000" b="1" dirty="0" smtClean="0">
                <a:solidFill>
                  <a:schemeClr val="accent1">
                    <a:lumMod val="50000"/>
                  </a:schemeClr>
                </a:solidFill>
              </a:rPr>
              <a:t>Juego </a:t>
            </a:r>
            <a:r>
              <a:rPr lang="es-CO" sz="4000" b="1" dirty="0" err="1" smtClean="0">
                <a:solidFill>
                  <a:schemeClr val="accent1">
                    <a:lumMod val="50000"/>
                  </a:schemeClr>
                </a:solidFill>
              </a:rPr>
              <a:t>Fish</a:t>
            </a:r>
            <a:r>
              <a:rPr lang="es-CO" sz="4000" b="1" dirty="0" smtClean="0">
                <a:solidFill>
                  <a:schemeClr val="accent1">
                    <a:lumMod val="50000"/>
                  </a:schemeClr>
                </a:solidFill>
              </a:rPr>
              <a:t> Bank </a:t>
            </a:r>
            <a:br>
              <a:rPr lang="es-CO" sz="4000" b="1" dirty="0" smtClean="0">
                <a:solidFill>
                  <a:schemeClr val="accent1">
                    <a:lumMod val="50000"/>
                  </a:schemeClr>
                </a:solidFill>
              </a:rPr>
            </a:br>
            <a:r>
              <a:rPr lang="es-CO" sz="4000" b="1" dirty="0" smtClean="0">
                <a:solidFill>
                  <a:schemeClr val="accent1">
                    <a:lumMod val="50000"/>
                  </a:schemeClr>
                </a:solidFill>
              </a:rPr>
              <a:t>para su Ejecución </a:t>
            </a:r>
            <a:br>
              <a:rPr lang="es-CO" sz="4000" b="1" dirty="0" smtClean="0">
                <a:solidFill>
                  <a:schemeClr val="accent1">
                    <a:lumMod val="50000"/>
                  </a:schemeClr>
                </a:solidFill>
              </a:rPr>
            </a:br>
            <a:r>
              <a:rPr lang="es-CO" sz="4000" b="1" dirty="0" smtClean="0">
                <a:solidFill>
                  <a:schemeClr val="accent1">
                    <a:lumMod val="50000"/>
                  </a:schemeClr>
                </a:solidFill>
              </a:rPr>
              <a:t>en Red </a:t>
            </a:r>
            <a:r>
              <a:rPr lang="es-CO" sz="4000" b="1" dirty="0" err="1" smtClean="0">
                <a:solidFill>
                  <a:schemeClr val="accent1">
                    <a:lumMod val="50000"/>
                  </a:schemeClr>
                </a:solidFill>
              </a:rPr>
              <a:t>Multiplayer</a:t>
            </a:r>
            <a:endParaRPr lang="es-CO" sz="4000" b="1" dirty="0">
              <a:solidFill>
                <a:schemeClr val="accent1">
                  <a:lumMod val="50000"/>
                </a:schemeClr>
              </a:solidFill>
            </a:endParaRPr>
          </a:p>
        </p:txBody>
      </p:sp>
      <p:sp>
        <p:nvSpPr>
          <p:cNvPr id="3" name="2 Subtítulo"/>
          <p:cNvSpPr>
            <a:spLocks noGrp="1"/>
          </p:cNvSpPr>
          <p:nvPr>
            <p:ph type="subTitle" idx="1"/>
          </p:nvPr>
        </p:nvSpPr>
        <p:spPr>
          <a:xfrm>
            <a:off x="214290" y="4857751"/>
            <a:ext cx="6047184" cy="2786083"/>
          </a:xfrm>
        </p:spPr>
        <p:txBody>
          <a:bodyPr>
            <a:normAutofit/>
          </a:bodyPr>
          <a:lstStyle/>
          <a:p>
            <a:pPr algn="l"/>
            <a:r>
              <a:rPr lang="es-CO" sz="2400" b="1" dirty="0" smtClean="0">
                <a:solidFill>
                  <a:schemeClr val="bg1"/>
                </a:solidFill>
              </a:rPr>
              <a:t>Desarrollado por: </a:t>
            </a:r>
          </a:p>
          <a:p>
            <a:pPr algn="l"/>
            <a:endParaRPr lang="es-CO" sz="2400" b="1" dirty="0" smtClean="0">
              <a:solidFill>
                <a:schemeClr val="bg1"/>
              </a:solidFill>
            </a:endParaRPr>
          </a:p>
          <a:p>
            <a:pPr algn="l"/>
            <a:r>
              <a:rPr lang="es-CO" sz="2400" b="1" dirty="0" smtClean="0">
                <a:solidFill>
                  <a:schemeClr val="bg1"/>
                </a:solidFill>
              </a:rPr>
              <a:t>Carolina Castañeda Pérez</a:t>
            </a:r>
          </a:p>
          <a:p>
            <a:pPr algn="l"/>
            <a:r>
              <a:rPr lang="es-CO" sz="2400" b="1" dirty="0" err="1" smtClean="0">
                <a:solidFill>
                  <a:schemeClr val="bg1"/>
                </a:solidFill>
              </a:rPr>
              <a:t>Julieth</a:t>
            </a:r>
            <a:r>
              <a:rPr lang="es-CO" sz="2400" b="1" dirty="0" smtClean="0">
                <a:solidFill>
                  <a:schemeClr val="bg1"/>
                </a:solidFill>
              </a:rPr>
              <a:t> Giraldo Marín</a:t>
            </a:r>
          </a:p>
          <a:p>
            <a:pPr algn="l"/>
            <a:r>
              <a:rPr lang="es-CO" sz="2400" b="1" dirty="0" smtClean="0">
                <a:solidFill>
                  <a:schemeClr val="bg1"/>
                </a:solidFill>
              </a:rPr>
              <a:t>Eric Castañeda Gómez</a:t>
            </a:r>
          </a:p>
          <a:p>
            <a:pPr algn="l"/>
            <a:r>
              <a:rPr lang="es-CO" sz="2400" b="1" dirty="0" smtClean="0">
                <a:solidFill>
                  <a:schemeClr val="bg1"/>
                </a:solidFill>
              </a:rPr>
              <a:t>Simón Betancur Gómez</a:t>
            </a:r>
          </a:p>
          <a:p>
            <a:pPr algn="l"/>
            <a:r>
              <a:rPr lang="es-CO" sz="2400" b="1" dirty="0" smtClean="0">
                <a:solidFill>
                  <a:schemeClr val="bg1"/>
                </a:solidFill>
              </a:rPr>
              <a:t>Juan David Ospina Arango</a:t>
            </a:r>
          </a:p>
          <a:p>
            <a:pPr algn="l"/>
            <a:endParaRPr lang="es-CO" sz="2400" dirty="0">
              <a:solidFill>
                <a:schemeClr val="bg1"/>
              </a:solidFill>
            </a:endParaRPr>
          </a:p>
        </p:txBody>
      </p:sp>
      <p:sp>
        <p:nvSpPr>
          <p:cNvPr id="4" name="3 CuadroTexto"/>
          <p:cNvSpPr txBox="1"/>
          <p:nvPr/>
        </p:nvSpPr>
        <p:spPr>
          <a:xfrm rot="5400000">
            <a:off x="5744664" y="7673483"/>
            <a:ext cx="1857388" cy="369332"/>
          </a:xfrm>
          <a:prstGeom prst="rect">
            <a:avLst/>
          </a:prstGeom>
          <a:noFill/>
        </p:spPr>
        <p:txBody>
          <a:bodyPr wrap="square" rtlCol="0">
            <a:spAutoFit/>
          </a:bodyPr>
          <a:lstStyle/>
          <a:p>
            <a:pPr algn="ctr"/>
            <a:r>
              <a:rPr lang="es-CO" b="1" dirty="0" err="1" smtClean="0"/>
              <a:t>Ludens-UdeA</a:t>
            </a:r>
            <a:endParaRPr lang="es-CO" b="1" dirty="0"/>
          </a:p>
        </p:txBody>
      </p:sp>
      <p:pic>
        <p:nvPicPr>
          <p:cNvPr id="5" name="4 Imagen" descr="logo-udea.jpg"/>
          <p:cNvPicPr>
            <a:picLocks noChangeAspect="1"/>
          </p:cNvPicPr>
          <p:nvPr/>
        </p:nvPicPr>
        <p:blipFill>
          <a:blip r:embed="rId2" cstate="print"/>
          <a:stretch>
            <a:fillRect/>
          </a:stretch>
        </p:blipFill>
        <p:spPr bwMode="auto">
          <a:xfrm>
            <a:off x="4286256" y="7143768"/>
            <a:ext cx="1714512" cy="1714512"/>
          </a:xfrm>
          <a:prstGeom prst="rect">
            <a:avLst/>
          </a:prstGeom>
          <a:effectLst>
            <a:outerShdw blurRad="50800" dist="50800" dir="5400000" algn="ctr" rotWithShape="0">
              <a:srgbClr val="000000">
                <a:alpha val="0"/>
              </a:srgbClr>
            </a:outerShdw>
          </a:effectLst>
        </p:spPr>
      </p:pic>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3 Rectángulo redondeado"/>
          <p:cNvSpPr/>
          <p:nvPr/>
        </p:nvSpPr>
        <p:spPr>
          <a:xfrm>
            <a:off x="928670" y="2643174"/>
            <a:ext cx="1928826" cy="642941"/>
          </a:xfrm>
          <a:prstGeom prst="round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2" name="1 Título"/>
          <p:cNvSpPr>
            <a:spLocks noGrp="1"/>
          </p:cNvSpPr>
          <p:nvPr>
            <p:ph type="title"/>
          </p:nvPr>
        </p:nvSpPr>
        <p:spPr/>
        <p:txBody>
          <a:bodyPr/>
          <a:lstStyle/>
          <a:p>
            <a:pPr algn="r"/>
            <a:r>
              <a:rPr lang="es-CO" dirty="0" smtClean="0">
                <a:solidFill>
                  <a:schemeClr val="accent1">
                    <a:lumMod val="50000"/>
                  </a:schemeClr>
                </a:solidFill>
              </a:rPr>
              <a:t>Contenido</a:t>
            </a:r>
            <a:endParaRPr lang="es-CO" dirty="0">
              <a:solidFill>
                <a:schemeClr val="accent1">
                  <a:lumMod val="50000"/>
                </a:schemeClr>
              </a:solidFill>
            </a:endParaRPr>
          </a:p>
        </p:txBody>
      </p:sp>
      <p:sp>
        <p:nvSpPr>
          <p:cNvPr id="3" name="2 Marcador de contenido"/>
          <p:cNvSpPr>
            <a:spLocks noGrp="1"/>
          </p:cNvSpPr>
          <p:nvPr>
            <p:ph idx="1"/>
          </p:nvPr>
        </p:nvSpPr>
        <p:spPr>
          <a:xfrm>
            <a:off x="500042" y="2643174"/>
            <a:ext cx="6000792" cy="5286412"/>
          </a:xfrm>
        </p:spPr>
        <p:txBody>
          <a:bodyPr>
            <a:normAutofit/>
          </a:bodyPr>
          <a:lstStyle/>
          <a:p>
            <a:pPr>
              <a:spcAft>
                <a:spcPts val="1200"/>
              </a:spcAft>
            </a:pPr>
            <a:r>
              <a:rPr lang="es-CO" dirty="0" smtClean="0">
                <a:solidFill>
                  <a:schemeClr val="bg1"/>
                </a:solidFill>
              </a:rPr>
              <a:t>Objetivos</a:t>
            </a:r>
          </a:p>
          <a:p>
            <a:pPr>
              <a:spcAft>
                <a:spcPts val="1200"/>
              </a:spcAft>
            </a:pPr>
            <a:r>
              <a:rPr lang="es-CO" dirty="0" smtClean="0">
                <a:solidFill>
                  <a:schemeClr val="bg1"/>
                </a:solidFill>
              </a:rPr>
              <a:t>Idea del proyecto</a:t>
            </a:r>
          </a:p>
          <a:p>
            <a:pPr>
              <a:spcAft>
                <a:spcPts val="1200"/>
              </a:spcAft>
            </a:pPr>
            <a:r>
              <a:rPr lang="es-CO" dirty="0" smtClean="0">
                <a:solidFill>
                  <a:schemeClr val="bg1"/>
                </a:solidFill>
              </a:rPr>
              <a:t>¿En qué consiste el proyecto?</a:t>
            </a:r>
          </a:p>
          <a:p>
            <a:pPr>
              <a:spcAft>
                <a:spcPts val="1200"/>
              </a:spcAft>
            </a:pPr>
            <a:r>
              <a:rPr lang="es-CO" dirty="0" smtClean="0">
                <a:solidFill>
                  <a:schemeClr val="bg1"/>
                </a:solidFill>
              </a:rPr>
              <a:t>Desarrollo del proyecto</a:t>
            </a:r>
          </a:p>
          <a:p>
            <a:pPr>
              <a:spcAft>
                <a:spcPts val="1200"/>
              </a:spcAft>
            </a:pPr>
            <a:r>
              <a:rPr lang="es-CO" dirty="0" smtClean="0">
                <a:solidFill>
                  <a:schemeClr val="bg1"/>
                </a:solidFill>
              </a:rPr>
              <a:t>Trabajo Futuro e Impacto Esperado</a:t>
            </a:r>
          </a:p>
          <a:p>
            <a:pPr>
              <a:spcAft>
                <a:spcPts val="1200"/>
              </a:spcAft>
            </a:pPr>
            <a:endParaRPr lang="es-CO" dirty="0" smtClean="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9"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1000" fill="hold"/>
                                        <p:tgtEl>
                                          <p:spTgt spid="4"/>
                                        </p:tgtEl>
                                        <p:attrNameLst>
                                          <p:attrName>ppt_x</p:attrName>
                                        </p:attrNameLst>
                                      </p:cBhvr>
                                      <p:tavLst>
                                        <p:tav tm="0">
                                          <p:val>
                                            <p:strVal val="#ppt_x-.2"/>
                                          </p:val>
                                        </p:tav>
                                        <p:tav tm="100000">
                                          <p:val>
                                            <p:strVal val="#ppt_x"/>
                                          </p:val>
                                        </p:tav>
                                      </p:tavLst>
                                    </p:anim>
                                    <p:anim calcmode="lin" valueType="num">
                                      <p:cBhvr>
                                        <p:cTn id="8" dur="1000" fill="hold"/>
                                        <p:tgtEl>
                                          <p:spTgt spid="4"/>
                                        </p:tgtEl>
                                        <p:attrNameLst>
                                          <p:attrName>ppt_y</p:attrName>
                                        </p:attrNameLst>
                                      </p:cBhvr>
                                      <p:tavLst>
                                        <p:tav tm="0">
                                          <p:val>
                                            <p:strVal val="#ppt_y"/>
                                          </p:val>
                                        </p:tav>
                                        <p:tav tm="100000">
                                          <p:val>
                                            <p:strVal val="#ppt_y"/>
                                          </p:val>
                                        </p:tav>
                                      </p:tavLst>
                                    </p:anim>
                                    <p:animEffect transition="in" filter="wipe(right)" prLst="gradientSize: 0.1">
                                      <p:cBhvr>
                                        <p:cTn id="9" dur="1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p:txBody>
          <a:bodyPr>
            <a:normAutofit/>
          </a:bodyPr>
          <a:lstStyle/>
          <a:p>
            <a:pPr algn="just"/>
            <a:r>
              <a:rPr lang="es-CO" sz="2800" dirty="0" smtClean="0">
                <a:solidFill>
                  <a:schemeClr val="bg1"/>
                </a:solidFill>
              </a:rPr>
              <a:t>Ampliar la cobertura del laboratorio lúdico y del grupo de investigación </a:t>
            </a:r>
            <a:r>
              <a:rPr lang="es-CO" sz="2800" dirty="0" err="1" smtClean="0">
                <a:solidFill>
                  <a:schemeClr val="bg1"/>
                </a:solidFill>
              </a:rPr>
              <a:t>Ludens</a:t>
            </a:r>
            <a:r>
              <a:rPr lang="es-CO" sz="2800" dirty="0" smtClean="0">
                <a:solidFill>
                  <a:schemeClr val="bg1"/>
                </a:solidFill>
              </a:rPr>
              <a:t>.</a:t>
            </a:r>
          </a:p>
          <a:p>
            <a:pPr algn="just"/>
            <a:endParaRPr lang="es-CO" sz="2800" dirty="0" smtClean="0">
              <a:solidFill>
                <a:schemeClr val="bg1"/>
              </a:solidFill>
            </a:endParaRPr>
          </a:p>
          <a:p>
            <a:pPr algn="just"/>
            <a:r>
              <a:rPr lang="es-CO" sz="2800" dirty="0" smtClean="0">
                <a:solidFill>
                  <a:schemeClr val="bg1"/>
                </a:solidFill>
              </a:rPr>
              <a:t>Sensibilizar sobre la depredación de recursos no renovables, a través del efecto de la tragedia de los comunes.</a:t>
            </a:r>
          </a:p>
          <a:p>
            <a:pPr algn="just"/>
            <a:endParaRPr lang="es-CO" sz="2800" dirty="0" smtClean="0">
              <a:solidFill>
                <a:schemeClr val="bg1"/>
              </a:solidFill>
            </a:endParaRPr>
          </a:p>
          <a:p>
            <a:pPr algn="just"/>
            <a:r>
              <a:rPr lang="es-CO" sz="2800" dirty="0" smtClean="0">
                <a:solidFill>
                  <a:schemeClr val="bg1"/>
                </a:solidFill>
              </a:rPr>
              <a:t>Socializar los avances del proyecto de investigación.</a:t>
            </a:r>
            <a:endParaRPr lang="es-CO" sz="2800" dirty="0">
              <a:solidFill>
                <a:schemeClr val="bg1"/>
              </a:solidFill>
            </a:endParaRPr>
          </a:p>
        </p:txBody>
      </p:sp>
      <p:sp>
        <p:nvSpPr>
          <p:cNvPr id="4" name="1 Título"/>
          <p:cNvSpPr>
            <a:spLocks noGrp="1"/>
          </p:cNvSpPr>
          <p:nvPr>
            <p:ph type="title"/>
          </p:nvPr>
        </p:nvSpPr>
        <p:spPr/>
        <p:txBody>
          <a:bodyPr/>
          <a:lstStyle/>
          <a:p>
            <a:pPr algn="r"/>
            <a:r>
              <a:rPr lang="es-CO" dirty="0" smtClean="0">
                <a:solidFill>
                  <a:schemeClr val="accent1">
                    <a:lumMod val="50000"/>
                  </a:schemeClr>
                </a:solidFill>
              </a:rPr>
              <a:t>Objetivos</a:t>
            </a:r>
            <a:endParaRPr lang="es-CO" dirty="0">
              <a:solidFill>
                <a:schemeClr val="accent1">
                  <a:lumMod val="50000"/>
                </a:schemeClr>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3 Rectángulo redondeado"/>
          <p:cNvSpPr/>
          <p:nvPr/>
        </p:nvSpPr>
        <p:spPr>
          <a:xfrm>
            <a:off x="928670" y="3357555"/>
            <a:ext cx="3500462" cy="642941"/>
          </a:xfrm>
          <a:prstGeom prst="round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2" name="1 Título"/>
          <p:cNvSpPr>
            <a:spLocks noGrp="1"/>
          </p:cNvSpPr>
          <p:nvPr>
            <p:ph type="title"/>
          </p:nvPr>
        </p:nvSpPr>
        <p:spPr/>
        <p:txBody>
          <a:bodyPr/>
          <a:lstStyle/>
          <a:p>
            <a:pPr algn="r"/>
            <a:r>
              <a:rPr lang="es-CO" dirty="0" smtClean="0">
                <a:solidFill>
                  <a:schemeClr val="accent1">
                    <a:lumMod val="50000"/>
                  </a:schemeClr>
                </a:solidFill>
              </a:rPr>
              <a:t>Contenido</a:t>
            </a:r>
            <a:endParaRPr lang="es-CO" dirty="0">
              <a:solidFill>
                <a:schemeClr val="accent1">
                  <a:lumMod val="50000"/>
                </a:schemeClr>
              </a:solidFill>
            </a:endParaRPr>
          </a:p>
        </p:txBody>
      </p:sp>
      <p:sp>
        <p:nvSpPr>
          <p:cNvPr id="3" name="2 Marcador de contenido"/>
          <p:cNvSpPr>
            <a:spLocks noGrp="1"/>
          </p:cNvSpPr>
          <p:nvPr>
            <p:ph idx="1"/>
          </p:nvPr>
        </p:nvSpPr>
        <p:spPr>
          <a:xfrm>
            <a:off x="500042" y="2714612"/>
            <a:ext cx="6000792" cy="5214974"/>
          </a:xfrm>
        </p:spPr>
        <p:txBody>
          <a:bodyPr>
            <a:normAutofit/>
          </a:bodyPr>
          <a:lstStyle/>
          <a:p>
            <a:pPr>
              <a:spcAft>
                <a:spcPts val="1200"/>
              </a:spcAft>
            </a:pPr>
            <a:r>
              <a:rPr lang="es-CO" dirty="0" smtClean="0">
                <a:solidFill>
                  <a:schemeClr val="bg1"/>
                </a:solidFill>
              </a:rPr>
              <a:t>Objetivos</a:t>
            </a:r>
          </a:p>
          <a:p>
            <a:pPr>
              <a:spcAft>
                <a:spcPts val="1200"/>
              </a:spcAft>
            </a:pPr>
            <a:r>
              <a:rPr lang="es-CO" dirty="0" smtClean="0">
                <a:solidFill>
                  <a:schemeClr val="bg1"/>
                </a:solidFill>
              </a:rPr>
              <a:t>Idea del proyecto</a:t>
            </a:r>
          </a:p>
          <a:p>
            <a:pPr>
              <a:spcAft>
                <a:spcPts val="1200"/>
              </a:spcAft>
            </a:pPr>
            <a:r>
              <a:rPr lang="es-CO" dirty="0" smtClean="0">
                <a:solidFill>
                  <a:schemeClr val="bg1"/>
                </a:solidFill>
              </a:rPr>
              <a:t>¿En qué consiste el proyecto?</a:t>
            </a:r>
          </a:p>
          <a:p>
            <a:pPr>
              <a:spcAft>
                <a:spcPts val="1200"/>
              </a:spcAft>
            </a:pPr>
            <a:r>
              <a:rPr lang="es-CO" dirty="0" smtClean="0">
                <a:solidFill>
                  <a:schemeClr val="bg1"/>
                </a:solidFill>
              </a:rPr>
              <a:t>Desarrollo del proyecto</a:t>
            </a:r>
          </a:p>
          <a:p>
            <a:pPr>
              <a:spcAft>
                <a:spcPts val="1200"/>
              </a:spcAft>
            </a:pPr>
            <a:r>
              <a:rPr lang="es-CO" dirty="0" smtClean="0">
                <a:solidFill>
                  <a:schemeClr val="bg1"/>
                </a:solidFill>
              </a:rPr>
              <a:t>Trabajo Futuro e Impacto Esperado</a:t>
            </a:r>
          </a:p>
          <a:p>
            <a:pPr>
              <a:spcAft>
                <a:spcPts val="1200"/>
              </a:spcAft>
            </a:pPr>
            <a:endParaRPr lang="es-CO" dirty="0" smtClean="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9"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1000" fill="hold"/>
                                        <p:tgtEl>
                                          <p:spTgt spid="4"/>
                                        </p:tgtEl>
                                        <p:attrNameLst>
                                          <p:attrName>ppt_x</p:attrName>
                                        </p:attrNameLst>
                                      </p:cBhvr>
                                      <p:tavLst>
                                        <p:tav tm="0">
                                          <p:val>
                                            <p:strVal val="#ppt_x-.2"/>
                                          </p:val>
                                        </p:tav>
                                        <p:tav tm="100000">
                                          <p:val>
                                            <p:strVal val="#ppt_x"/>
                                          </p:val>
                                        </p:tav>
                                      </p:tavLst>
                                    </p:anim>
                                    <p:anim calcmode="lin" valueType="num">
                                      <p:cBhvr>
                                        <p:cTn id="8" dur="1000" fill="hold"/>
                                        <p:tgtEl>
                                          <p:spTgt spid="4"/>
                                        </p:tgtEl>
                                        <p:attrNameLst>
                                          <p:attrName>ppt_y</p:attrName>
                                        </p:attrNameLst>
                                      </p:cBhvr>
                                      <p:tavLst>
                                        <p:tav tm="0">
                                          <p:val>
                                            <p:strVal val="#ppt_y"/>
                                          </p:val>
                                        </p:tav>
                                        <p:tav tm="100000">
                                          <p:val>
                                            <p:strVal val="#ppt_y"/>
                                          </p:val>
                                        </p:tav>
                                      </p:tavLst>
                                    </p:anim>
                                    <p:animEffect transition="in" filter="wipe(right)" prLst="gradientSize: 0.1">
                                      <p:cBhvr>
                                        <p:cTn id="9" dur="1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pPr algn="r"/>
            <a:r>
              <a:rPr lang="es-CO" dirty="0" smtClean="0">
                <a:solidFill>
                  <a:schemeClr val="accent1">
                    <a:lumMod val="50000"/>
                  </a:schemeClr>
                </a:solidFill>
              </a:rPr>
              <a:t>La idea surgió de…</a:t>
            </a:r>
            <a:endParaRPr lang="es-CO" dirty="0">
              <a:solidFill>
                <a:schemeClr val="accent1">
                  <a:lumMod val="50000"/>
                </a:schemeClr>
              </a:solidFill>
            </a:endParaRPr>
          </a:p>
        </p:txBody>
      </p:sp>
      <p:sp>
        <p:nvSpPr>
          <p:cNvPr id="3" name="2 Marcador de contenido"/>
          <p:cNvSpPr>
            <a:spLocks noGrp="1"/>
          </p:cNvSpPr>
          <p:nvPr>
            <p:ph idx="1"/>
          </p:nvPr>
        </p:nvSpPr>
        <p:spPr>
          <a:xfrm>
            <a:off x="357166" y="2285984"/>
            <a:ext cx="6172200" cy="4238612"/>
          </a:xfrm>
        </p:spPr>
        <p:txBody>
          <a:bodyPr>
            <a:normAutofit fontScale="85000" lnSpcReduction="10000"/>
          </a:bodyPr>
          <a:lstStyle/>
          <a:p>
            <a:pPr>
              <a:buNone/>
            </a:pPr>
            <a:endParaRPr lang="es-CO" sz="2400" dirty="0" smtClean="0">
              <a:solidFill>
                <a:schemeClr val="bg1"/>
              </a:solidFill>
            </a:endParaRPr>
          </a:p>
          <a:p>
            <a:pPr algn="just"/>
            <a:r>
              <a:rPr lang="es-CO" sz="2400" dirty="0" smtClean="0">
                <a:solidFill>
                  <a:schemeClr val="bg1"/>
                </a:solidFill>
              </a:rPr>
              <a:t>La necesidad de ampliar la cobertura del Laboratorio Lúdico (LUDENS) hacia los programas </a:t>
            </a:r>
            <a:r>
              <a:rPr lang="es-CO" sz="2400" dirty="0" err="1" smtClean="0">
                <a:solidFill>
                  <a:schemeClr val="bg1"/>
                </a:solidFill>
              </a:rPr>
              <a:t>semipresenciales</a:t>
            </a:r>
            <a:r>
              <a:rPr lang="es-CO" sz="2400" dirty="0" smtClean="0">
                <a:solidFill>
                  <a:schemeClr val="bg1"/>
                </a:solidFill>
              </a:rPr>
              <a:t> y a distancia.</a:t>
            </a:r>
          </a:p>
          <a:p>
            <a:pPr algn="just">
              <a:buNone/>
            </a:pPr>
            <a:endParaRPr lang="es-CO" sz="2400" dirty="0" smtClean="0">
              <a:solidFill>
                <a:schemeClr val="bg1"/>
              </a:solidFill>
            </a:endParaRPr>
          </a:p>
          <a:p>
            <a:pPr algn="just"/>
            <a:r>
              <a:rPr lang="es-CO" sz="2400" dirty="0" smtClean="0">
                <a:solidFill>
                  <a:schemeClr val="bg1"/>
                </a:solidFill>
              </a:rPr>
              <a:t>La robustez del juego “</a:t>
            </a:r>
            <a:r>
              <a:rPr lang="es-CO" sz="2400" dirty="0" err="1" smtClean="0">
                <a:solidFill>
                  <a:schemeClr val="bg1"/>
                </a:solidFill>
              </a:rPr>
              <a:t>Fish</a:t>
            </a:r>
            <a:r>
              <a:rPr lang="es-CO" sz="2400" dirty="0" smtClean="0">
                <a:solidFill>
                  <a:schemeClr val="bg1"/>
                </a:solidFill>
              </a:rPr>
              <a:t> Bank” La oportunidad de reflexión y análisis que brinda para apoyar el proceso de enseñanza-aprendizaje.</a:t>
            </a:r>
          </a:p>
          <a:p>
            <a:pPr algn="just"/>
            <a:endParaRPr lang="es-CO" sz="2400" dirty="0" smtClean="0">
              <a:solidFill>
                <a:schemeClr val="bg1"/>
              </a:solidFill>
            </a:endParaRPr>
          </a:p>
          <a:p>
            <a:pPr algn="just"/>
            <a:r>
              <a:rPr lang="es-CO" sz="2400" dirty="0" smtClean="0">
                <a:solidFill>
                  <a:schemeClr val="bg1"/>
                </a:solidFill>
              </a:rPr>
              <a:t>Algunas dificultades en la aplicación del juego cuando se implementa de manera presencial en los cursos de Ingeniería Industrial.</a:t>
            </a:r>
          </a:p>
          <a:p>
            <a:pPr>
              <a:buNone/>
            </a:pPr>
            <a:endParaRPr lang="es-CO" sz="2400" dirty="0" smtClean="0">
              <a:solidFill>
                <a:schemeClr val="bg1"/>
              </a:solidFill>
            </a:endParaRPr>
          </a:p>
          <a:p>
            <a:endParaRPr lang="es-CO" sz="2400" dirty="0">
              <a:solidFill>
                <a:schemeClr val="bg1"/>
              </a:solidFill>
            </a:endParaRPr>
          </a:p>
        </p:txBody>
      </p:sp>
      <p:pic>
        <p:nvPicPr>
          <p:cNvPr id="1027" name="Picture 3" descr="C:\Users\CAROLINA\AppData\Local\Microsoft\Windows\Temporary Internet Files\Content.IE5\HBWK00V6\MCj04380730000[1].png"/>
          <p:cNvPicPr>
            <a:picLocks noChangeAspect="1" noChangeArrowheads="1"/>
          </p:cNvPicPr>
          <p:nvPr/>
        </p:nvPicPr>
        <p:blipFill>
          <a:blip r:embed="rId3" cstate="print"/>
          <a:srcRect/>
          <a:stretch>
            <a:fillRect/>
          </a:stretch>
        </p:blipFill>
        <p:spPr bwMode="auto">
          <a:xfrm>
            <a:off x="4357670" y="6429388"/>
            <a:ext cx="2500330" cy="2500331"/>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emph" presetSubtype="0" repeatCount="2000" fill="hold" nodeType="withEffect">
                                  <p:stCondLst>
                                    <p:cond delay="0"/>
                                  </p:stCondLst>
                                  <p:childTnLst>
                                    <p:anim calcmode="discrete" valueType="str">
                                      <p:cBhvr>
                                        <p:cTn id="6" dur="1000" fill="hold"/>
                                        <p:tgtEl>
                                          <p:spTgt spid="1027"/>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pPr algn="r"/>
            <a:r>
              <a:rPr lang="es-CO" dirty="0" smtClean="0">
                <a:solidFill>
                  <a:schemeClr val="accent1">
                    <a:lumMod val="50000"/>
                  </a:schemeClr>
                </a:solidFill>
              </a:rPr>
              <a:t>La idea surgió de…</a:t>
            </a:r>
            <a:endParaRPr lang="es-CO" dirty="0">
              <a:solidFill>
                <a:schemeClr val="accent1">
                  <a:lumMod val="50000"/>
                </a:schemeClr>
              </a:solidFill>
            </a:endParaRPr>
          </a:p>
        </p:txBody>
      </p:sp>
      <p:pic>
        <p:nvPicPr>
          <p:cNvPr id="6" name="Picture 2" descr="DSC00897"/>
          <p:cNvPicPr>
            <a:picLocks noChangeAspect="1" noChangeArrowheads="1"/>
          </p:cNvPicPr>
          <p:nvPr/>
        </p:nvPicPr>
        <p:blipFill>
          <a:blip r:embed="rId3" cstate="print"/>
          <a:srcRect/>
          <a:stretch>
            <a:fillRect/>
          </a:stretch>
        </p:blipFill>
        <p:spPr bwMode="auto">
          <a:xfrm>
            <a:off x="1000108" y="3643306"/>
            <a:ext cx="4852987" cy="3000375"/>
          </a:xfrm>
          <a:prstGeom prst="rect">
            <a:avLst/>
          </a:prstGeom>
          <a:noFill/>
          <a:ln w="9525">
            <a:noFill/>
            <a:miter lim="800000"/>
            <a:headEnd/>
            <a:tailEnd/>
          </a:ln>
        </p:spPr>
      </p:pic>
      <p:sp>
        <p:nvSpPr>
          <p:cNvPr id="7" name="6 Elipse"/>
          <p:cNvSpPr/>
          <p:nvPr/>
        </p:nvSpPr>
        <p:spPr>
          <a:xfrm>
            <a:off x="3143233" y="5500681"/>
            <a:ext cx="785812" cy="785812"/>
          </a:xfrm>
          <a:prstGeom prst="ellipse">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s-CO">
              <a:solidFill>
                <a:schemeClr val="bg1"/>
              </a:solidFill>
            </a:endParaRPr>
          </a:p>
        </p:txBody>
      </p:sp>
      <p:sp>
        <p:nvSpPr>
          <p:cNvPr id="8" name="7 Elipse"/>
          <p:cNvSpPr/>
          <p:nvPr/>
        </p:nvSpPr>
        <p:spPr>
          <a:xfrm>
            <a:off x="4714858" y="5643556"/>
            <a:ext cx="785812" cy="785812"/>
          </a:xfrm>
          <a:prstGeom prst="ellipse">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s-CO">
              <a:solidFill>
                <a:schemeClr val="bg1"/>
              </a:solidFill>
            </a:endParaRPr>
          </a:p>
        </p:txBody>
      </p:sp>
      <p:cxnSp>
        <p:nvCxnSpPr>
          <p:cNvPr id="9" name="21 Conector angular"/>
          <p:cNvCxnSpPr>
            <a:endCxn id="19" idx="0"/>
          </p:cNvCxnSpPr>
          <p:nvPr/>
        </p:nvCxnSpPr>
        <p:spPr>
          <a:xfrm>
            <a:off x="4286256" y="4357686"/>
            <a:ext cx="1857384" cy="214314"/>
          </a:xfrm>
          <a:prstGeom prst="bentConnector2">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0" name="23 Conector angular"/>
          <p:cNvCxnSpPr>
            <a:endCxn id="19" idx="2"/>
          </p:cNvCxnSpPr>
          <p:nvPr/>
        </p:nvCxnSpPr>
        <p:spPr>
          <a:xfrm flipV="1">
            <a:off x="5500702" y="5143500"/>
            <a:ext cx="642938" cy="571508"/>
          </a:xfrm>
          <a:prstGeom prst="bentConnector2">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1" name="10 Conector recto de flecha"/>
          <p:cNvCxnSpPr>
            <a:endCxn id="19" idx="1"/>
          </p:cNvCxnSpPr>
          <p:nvPr/>
        </p:nvCxnSpPr>
        <p:spPr>
          <a:xfrm flipV="1">
            <a:off x="5214950" y="4857750"/>
            <a:ext cx="285752" cy="2"/>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2" name="11 Conector recto de flecha"/>
          <p:cNvCxnSpPr>
            <a:stCxn id="7" idx="4"/>
            <a:endCxn id="18" idx="0"/>
          </p:cNvCxnSpPr>
          <p:nvPr/>
        </p:nvCxnSpPr>
        <p:spPr>
          <a:xfrm rot="16200000" flipH="1">
            <a:off x="3375008" y="6446830"/>
            <a:ext cx="642938" cy="322263"/>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3" name="12 Conector recto de flecha"/>
          <p:cNvCxnSpPr>
            <a:endCxn id="20" idx="0"/>
          </p:cNvCxnSpPr>
          <p:nvPr/>
        </p:nvCxnSpPr>
        <p:spPr>
          <a:xfrm rot="16200000" flipH="1">
            <a:off x="4875989" y="6661937"/>
            <a:ext cx="498475" cy="36513"/>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4" name="13 Forma libre"/>
          <p:cNvSpPr/>
          <p:nvPr/>
        </p:nvSpPr>
        <p:spPr>
          <a:xfrm>
            <a:off x="1939908" y="4475156"/>
            <a:ext cx="1228725" cy="811212"/>
          </a:xfrm>
          <a:custGeom>
            <a:avLst/>
            <a:gdLst>
              <a:gd name="connsiteX0" fmla="*/ 4293 w 1227786"/>
              <a:gd name="connsiteY0" fmla="*/ 695459 h 811369"/>
              <a:gd name="connsiteX1" fmla="*/ 17172 w 1227786"/>
              <a:gd name="connsiteY1" fmla="*/ 463639 h 811369"/>
              <a:gd name="connsiteX2" fmla="*/ 42930 w 1227786"/>
              <a:gd name="connsiteY2" fmla="*/ 425003 h 811369"/>
              <a:gd name="connsiteX3" fmla="*/ 68687 w 1227786"/>
              <a:gd name="connsiteY3" fmla="*/ 347729 h 811369"/>
              <a:gd name="connsiteX4" fmla="*/ 120203 w 1227786"/>
              <a:gd name="connsiteY4" fmla="*/ 309093 h 811369"/>
              <a:gd name="connsiteX5" fmla="*/ 171718 w 1227786"/>
              <a:gd name="connsiteY5" fmla="*/ 231819 h 811369"/>
              <a:gd name="connsiteX6" fmla="*/ 248992 w 1227786"/>
              <a:gd name="connsiteY6" fmla="*/ 154546 h 811369"/>
              <a:gd name="connsiteX7" fmla="*/ 377780 w 1227786"/>
              <a:gd name="connsiteY7" fmla="*/ 64394 h 811369"/>
              <a:gd name="connsiteX8" fmla="*/ 455054 w 1227786"/>
              <a:gd name="connsiteY8" fmla="*/ 38636 h 811369"/>
              <a:gd name="connsiteX9" fmla="*/ 493690 w 1227786"/>
              <a:gd name="connsiteY9" fmla="*/ 25757 h 811369"/>
              <a:gd name="connsiteX10" fmla="*/ 532327 w 1227786"/>
              <a:gd name="connsiteY10" fmla="*/ 12879 h 811369"/>
              <a:gd name="connsiteX11" fmla="*/ 570964 w 1227786"/>
              <a:gd name="connsiteY11" fmla="*/ 0 h 811369"/>
              <a:gd name="connsiteX12" fmla="*/ 725510 w 1227786"/>
              <a:gd name="connsiteY12" fmla="*/ 12879 h 811369"/>
              <a:gd name="connsiteX13" fmla="*/ 789904 w 1227786"/>
              <a:gd name="connsiteY13" fmla="*/ 25757 h 811369"/>
              <a:gd name="connsiteX14" fmla="*/ 1008845 w 1227786"/>
              <a:gd name="connsiteY14" fmla="*/ 38636 h 811369"/>
              <a:gd name="connsiteX15" fmla="*/ 1086118 w 1227786"/>
              <a:gd name="connsiteY15" fmla="*/ 90152 h 811369"/>
              <a:gd name="connsiteX16" fmla="*/ 1124755 w 1227786"/>
              <a:gd name="connsiteY16" fmla="*/ 115910 h 811369"/>
              <a:gd name="connsiteX17" fmla="*/ 1176271 w 1227786"/>
              <a:gd name="connsiteY17" fmla="*/ 270456 h 811369"/>
              <a:gd name="connsiteX18" fmla="*/ 1189149 w 1227786"/>
              <a:gd name="connsiteY18" fmla="*/ 321972 h 811369"/>
              <a:gd name="connsiteX19" fmla="*/ 1214907 w 1227786"/>
              <a:gd name="connsiteY19" fmla="*/ 399245 h 811369"/>
              <a:gd name="connsiteX20" fmla="*/ 1227786 w 1227786"/>
              <a:gd name="connsiteY20" fmla="*/ 437881 h 811369"/>
              <a:gd name="connsiteX21" fmla="*/ 1214907 w 1227786"/>
              <a:gd name="connsiteY21" fmla="*/ 605307 h 811369"/>
              <a:gd name="connsiteX22" fmla="*/ 1202028 w 1227786"/>
              <a:gd name="connsiteY22" fmla="*/ 643943 h 811369"/>
              <a:gd name="connsiteX23" fmla="*/ 1124755 w 1227786"/>
              <a:gd name="connsiteY23" fmla="*/ 734095 h 811369"/>
              <a:gd name="connsiteX24" fmla="*/ 1086118 w 1227786"/>
              <a:gd name="connsiteY24" fmla="*/ 746974 h 811369"/>
              <a:gd name="connsiteX25" fmla="*/ 995966 w 1227786"/>
              <a:gd name="connsiteY25" fmla="*/ 785611 h 811369"/>
              <a:gd name="connsiteX26" fmla="*/ 918693 w 1227786"/>
              <a:gd name="connsiteY26" fmla="*/ 772732 h 811369"/>
              <a:gd name="connsiteX27" fmla="*/ 854299 w 1227786"/>
              <a:gd name="connsiteY27" fmla="*/ 746974 h 811369"/>
              <a:gd name="connsiteX28" fmla="*/ 648237 w 1227786"/>
              <a:gd name="connsiteY28" fmla="*/ 734095 h 811369"/>
              <a:gd name="connsiteX29" fmla="*/ 467933 w 1227786"/>
              <a:gd name="connsiteY29" fmla="*/ 734095 h 811369"/>
              <a:gd name="connsiteX30" fmla="*/ 429296 w 1227786"/>
              <a:gd name="connsiteY30" fmla="*/ 772732 h 811369"/>
              <a:gd name="connsiteX31" fmla="*/ 274749 w 1227786"/>
              <a:gd name="connsiteY31" fmla="*/ 811369 h 811369"/>
              <a:gd name="connsiteX32" fmla="*/ 145961 w 1227786"/>
              <a:gd name="connsiteY32" fmla="*/ 785611 h 811369"/>
              <a:gd name="connsiteX33" fmla="*/ 107324 w 1227786"/>
              <a:gd name="connsiteY33" fmla="*/ 772732 h 811369"/>
              <a:gd name="connsiteX34" fmla="*/ 68687 w 1227786"/>
              <a:gd name="connsiteY34" fmla="*/ 746974 h 811369"/>
              <a:gd name="connsiteX35" fmla="*/ 42930 w 1227786"/>
              <a:gd name="connsiteY35" fmla="*/ 708338 h 811369"/>
              <a:gd name="connsiteX36" fmla="*/ 4293 w 1227786"/>
              <a:gd name="connsiteY36" fmla="*/ 695459 h 8113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1227786" h="811369">
                <a:moveTo>
                  <a:pt x="4293" y="695459"/>
                </a:moveTo>
                <a:cubicBezTo>
                  <a:pt x="0" y="654676"/>
                  <a:pt x="6227" y="540254"/>
                  <a:pt x="17172" y="463639"/>
                </a:cubicBezTo>
                <a:cubicBezTo>
                  <a:pt x="19361" y="448316"/>
                  <a:pt x="36644" y="439147"/>
                  <a:pt x="42930" y="425003"/>
                </a:cubicBezTo>
                <a:cubicBezTo>
                  <a:pt x="53957" y="400192"/>
                  <a:pt x="46966" y="364019"/>
                  <a:pt x="68687" y="347729"/>
                </a:cubicBezTo>
                <a:lnTo>
                  <a:pt x="120203" y="309093"/>
                </a:lnTo>
                <a:lnTo>
                  <a:pt x="171718" y="231819"/>
                </a:lnTo>
                <a:cubicBezTo>
                  <a:pt x="191924" y="201510"/>
                  <a:pt x="223234" y="180304"/>
                  <a:pt x="248992" y="154546"/>
                </a:cubicBezTo>
                <a:cubicBezTo>
                  <a:pt x="268060" y="135478"/>
                  <a:pt x="365161" y="72807"/>
                  <a:pt x="377780" y="64394"/>
                </a:cubicBezTo>
                <a:cubicBezTo>
                  <a:pt x="400371" y="49333"/>
                  <a:pt x="429296" y="47222"/>
                  <a:pt x="455054" y="38636"/>
                </a:cubicBezTo>
                <a:lnTo>
                  <a:pt x="493690" y="25757"/>
                </a:lnTo>
                <a:lnTo>
                  <a:pt x="532327" y="12879"/>
                </a:lnTo>
                <a:lnTo>
                  <a:pt x="570964" y="0"/>
                </a:lnTo>
                <a:cubicBezTo>
                  <a:pt x="622479" y="4293"/>
                  <a:pt x="674170" y="6839"/>
                  <a:pt x="725510" y="12879"/>
                </a:cubicBezTo>
                <a:cubicBezTo>
                  <a:pt x="747250" y="15437"/>
                  <a:pt x="768104" y="23775"/>
                  <a:pt x="789904" y="25757"/>
                </a:cubicBezTo>
                <a:cubicBezTo>
                  <a:pt x="862710" y="32376"/>
                  <a:pt x="935865" y="34343"/>
                  <a:pt x="1008845" y="38636"/>
                </a:cubicBezTo>
                <a:lnTo>
                  <a:pt x="1086118" y="90152"/>
                </a:lnTo>
                <a:lnTo>
                  <a:pt x="1124755" y="115910"/>
                </a:lnTo>
                <a:lnTo>
                  <a:pt x="1176271" y="270456"/>
                </a:lnTo>
                <a:cubicBezTo>
                  <a:pt x="1181868" y="287248"/>
                  <a:pt x="1184063" y="305018"/>
                  <a:pt x="1189149" y="321972"/>
                </a:cubicBezTo>
                <a:cubicBezTo>
                  <a:pt x="1196951" y="347978"/>
                  <a:pt x="1206321" y="373487"/>
                  <a:pt x="1214907" y="399245"/>
                </a:cubicBezTo>
                <a:lnTo>
                  <a:pt x="1227786" y="437881"/>
                </a:lnTo>
                <a:cubicBezTo>
                  <a:pt x="1223493" y="493690"/>
                  <a:pt x="1221850" y="549766"/>
                  <a:pt x="1214907" y="605307"/>
                </a:cubicBezTo>
                <a:cubicBezTo>
                  <a:pt x="1213223" y="618778"/>
                  <a:pt x="1207376" y="631465"/>
                  <a:pt x="1202028" y="643943"/>
                </a:cubicBezTo>
                <a:cubicBezTo>
                  <a:pt x="1179422" y="696692"/>
                  <a:pt x="1177375" y="704027"/>
                  <a:pt x="1124755" y="734095"/>
                </a:cubicBezTo>
                <a:cubicBezTo>
                  <a:pt x="1112968" y="740830"/>
                  <a:pt x="1098596" y="741626"/>
                  <a:pt x="1086118" y="746974"/>
                </a:cubicBezTo>
                <a:cubicBezTo>
                  <a:pt x="974717" y="794718"/>
                  <a:pt x="1086577" y="755407"/>
                  <a:pt x="995966" y="785611"/>
                </a:cubicBezTo>
                <a:cubicBezTo>
                  <a:pt x="970208" y="781318"/>
                  <a:pt x="943886" y="779603"/>
                  <a:pt x="918693" y="772732"/>
                </a:cubicBezTo>
                <a:cubicBezTo>
                  <a:pt x="896389" y="766649"/>
                  <a:pt x="877185" y="750243"/>
                  <a:pt x="854299" y="746974"/>
                </a:cubicBezTo>
                <a:cubicBezTo>
                  <a:pt x="786169" y="737241"/>
                  <a:pt x="716924" y="738388"/>
                  <a:pt x="648237" y="734095"/>
                </a:cubicBezTo>
                <a:cubicBezTo>
                  <a:pt x="578598" y="710884"/>
                  <a:pt x="574282" y="703710"/>
                  <a:pt x="467933" y="734095"/>
                </a:cubicBezTo>
                <a:cubicBezTo>
                  <a:pt x="450420" y="739099"/>
                  <a:pt x="445218" y="763887"/>
                  <a:pt x="429296" y="772732"/>
                </a:cubicBezTo>
                <a:cubicBezTo>
                  <a:pt x="385561" y="797029"/>
                  <a:pt x="322722" y="803374"/>
                  <a:pt x="274749" y="811369"/>
                </a:cubicBezTo>
                <a:cubicBezTo>
                  <a:pt x="231820" y="802783"/>
                  <a:pt x="188619" y="795455"/>
                  <a:pt x="145961" y="785611"/>
                </a:cubicBezTo>
                <a:cubicBezTo>
                  <a:pt x="132733" y="782558"/>
                  <a:pt x="119466" y="778803"/>
                  <a:pt x="107324" y="772732"/>
                </a:cubicBezTo>
                <a:cubicBezTo>
                  <a:pt x="93479" y="765810"/>
                  <a:pt x="81566" y="755560"/>
                  <a:pt x="68687" y="746974"/>
                </a:cubicBezTo>
                <a:cubicBezTo>
                  <a:pt x="60101" y="734095"/>
                  <a:pt x="53875" y="719283"/>
                  <a:pt x="42930" y="708338"/>
                </a:cubicBezTo>
                <a:cubicBezTo>
                  <a:pt x="31985" y="697393"/>
                  <a:pt x="8586" y="736242"/>
                  <a:pt x="4293" y="695459"/>
                </a:cubicBezTo>
                <a:close/>
              </a:path>
            </a:pathLst>
          </a:cu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s-CO">
              <a:solidFill>
                <a:schemeClr val="bg1"/>
              </a:solidFill>
            </a:endParaRPr>
          </a:p>
        </p:txBody>
      </p:sp>
      <p:cxnSp>
        <p:nvCxnSpPr>
          <p:cNvPr id="15" name="14 Conector recto de flecha"/>
          <p:cNvCxnSpPr>
            <a:stCxn id="14" idx="27"/>
            <a:endCxn id="21" idx="0"/>
          </p:cNvCxnSpPr>
          <p:nvPr/>
        </p:nvCxnSpPr>
        <p:spPr>
          <a:xfrm flipH="1">
            <a:off x="2571733" y="5222868"/>
            <a:ext cx="222250" cy="1706563"/>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6" name="15 Forma libre"/>
          <p:cNvSpPr/>
          <p:nvPr/>
        </p:nvSpPr>
        <p:spPr>
          <a:xfrm rot="20713068">
            <a:off x="896920" y="3702043"/>
            <a:ext cx="2251075" cy="860425"/>
          </a:xfrm>
          <a:custGeom>
            <a:avLst/>
            <a:gdLst>
              <a:gd name="connsiteX0" fmla="*/ 4293 w 1227786"/>
              <a:gd name="connsiteY0" fmla="*/ 695459 h 811369"/>
              <a:gd name="connsiteX1" fmla="*/ 17172 w 1227786"/>
              <a:gd name="connsiteY1" fmla="*/ 463639 h 811369"/>
              <a:gd name="connsiteX2" fmla="*/ 42930 w 1227786"/>
              <a:gd name="connsiteY2" fmla="*/ 425003 h 811369"/>
              <a:gd name="connsiteX3" fmla="*/ 68687 w 1227786"/>
              <a:gd name="connsiteY3" fmla="*/ 347729 h 811369"/>
              <a:gd name="connsiteX4" fmla="*/ 120203 w 1227786"/>
              <a:gd name="connsiteY4" fmla="*/ 309093 h 811369"/>
              <a:gd name="connsiteX5" fmla="*/ 171718 w 1227786"/>
              <a:gd name="connsiteY5" fmla="*/ 231819 h 811369"/>
              <a:gd name="connsiteX6" fmla="*/ 248992 w 1227786"/>
              <a:gd name="connsiteY6" fmla="*/ 154546 h 811369"/>
              <a:gd name="connsiteX7" fmla="*/ 377780 w 1227786"/>
              <a:gd name="connsiteY7" fmla="*/ 64394 h 811369"/>
              <a:gd name="connsiteX8" fmla="*/ 455054 w 1227786"/>
              <a:gd name="connsiteY8" fmla="*/ 38636 h 811369"/>
              <a:gd name="connsiteX9" fmla="*/ 493690 w 1227786"/>
              <a:gd name="connsiteY9" fmla="*/ 25757 h 811369"/>
              <a:gd name="connsiteX10" fmla="*/ 532327 w 1227786"/>
              <a:gd name="connsiteY10" fmla="*/ 12879 h 811369"/>
              <a:gd name="connsiteX11" fmla="*/ 570964 w 1227786"/>
              <a:gd name="connsiteY11" fmla="*/ 0 h 811369"/>
              <a:gd name="connsiteX12" fmla="*/ 725510 w 1227786"/>
              <a:gd name="connsiteY12" fmla="*/ 12879 h 811369"/>
              <a:gd name="connsiteX13" fmla="*/ 789904 w 1227786"/>
              <a:gd name="connsiteY13" fmla="*/ 25757 h 811369"/>
              <a:gd name="connsiteX14" fmla="*/ 1008845 w 1227786"/>
              <a:gd name="connsiteY14" fmla="*/ 38636 h 811369"/>
              <a:gd name="connsiteX15" fmla="*/ 1086118 w 1227786"/>
              <a:gd name="connsiteY15" fmla="*/ 90152 h 811369"/>
              <a:gd name="connsiteX16" fmla="*/ 1124755 w 1227786"/>
              <a:gd name="connsiteY16" fmla="*/ 115910 h 811369"/>
              <a:gd name="connsiteX17" fmla="*/ 1176271 w 1227786"/>
              <a:gd name="connsiteY17" fmla="*/ 270456 h 811369"/>
              <a:gd name="connsiteX18" fmla="*/ 1189149 w 1227786"/>
              <a:gd name="connsiteY18" fmla="*/ 321972 h 811369"/>
              <a:gd name="connsiteX19" fmla="*/ 1214907 w 1227786"/>
              <a:gd name="connsiteY19" fmla="*/ 399245 h 811369"/>
              <a:gd name="connsiteX20" fmla="*/ 1227786 w 1227786"/>
              <a:gd name="connsiteY20" fmla="*/ 437881 h 811369"/>
              <a:gd name="connsiteX21" fmla="*/ 1214907 w 1227786"/>
              <a:gd name="connsiteY21" fmla="*/ 605307 h 811369"/>
              <a:gd name="connsiteX22" fmla="*/ 1202028 w 1227786"/>
              <a:gd name="connsiteY22" fmla="*/ 643943 h 811369"/>
              <a:gd name="connsiteX23" fmla="*/ 1124755 w 1227786"/>
              <a:gd name="connsiteY23" fmla="*/ 734095 h 811369"/>
              <a:gd name="connsiteX24" fmla="*/ 1086118 w 1227786"/>
              <a:gd name="connsiteY24" fmla="*/ 746974 h 811369"/>
              <a:gd name="connsiteX25" fmla="*/ 995966 w 1227786"/>
              <a:gd name="connsiteY25" fmla="*/ 785611 h 811369"/>
              <a:gd name="connsiteX26" fmla="*/ 918693 w 1227786"/>
              <a:gd name="connsiteY26" fmla="*/ 772732 h 811369"/>
              <a:gd name="connsiteX27" fmla="*/ 854299 w 1227786"/>
              <a:gd name="connsiteY27" fmla="*/ 746974 h 811369"/>
              <a:gd name="connsiteX28" fmla="*/ 648237 w 1227786"/>
              <a:gd name="connsiteY28" fmla="*/ 734095 h 811369"/>
              <a:gd name="connsiteX29" fmla="*/ 467933 w 1227786"/>
              <a:gd name="connsiteY29" fmla="*/ 734095 h 811369"/>
              <a:gd name="connsiteX30" fmla="*/ 429296 w 1227786"/>
              <a:gd name="connsiteY30" fmla="*/ 772732 h 811369"/>
              <a:gd name="connsiteX31" fmla="*/ 274749 w 1227786"/>
              <a:gd name="connsiteY31" fmla="*/ 811369 h 811369"/>
              <a:gd name="connsiteX32" fmla="*/ 145961 w 1227786"/>
              <a:gd name="connsiteY32" fmla="*/ 785611 h 811369"/>
              <a:gd name="connsiteX33" fmla="*/ 107324 w 1227786"/>
              <a:gd name="connsiteY33" fmla="*/ 772732 h 811369"/>
              <a:gd name="connsiteX34" fmla="*/ 68687 w 1227786"/>
              <a:gd name="connsiteY34" fmla="*/ 746974 h 811369"/>
              <a:gd name="connsiteX35" fmla="*/ 42930 w 1227786"/>
              <a:gd name="connsiteY35" fmla="*/ 708338 h 811369"/>
              <a:gd name="connsiteX36" fmla="*/ 4293 w 1227786"/>
              <a:gd name="connsiteY36" fmla="*/ 695459 h 8113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1227786" h="811369">
                <a:moveTo>
                  <a:pt x="4293" y="695459"/>
                </a:moveTo>
                <a:cubicBezTo>
                  <a:pt x="0" y="654676"/>
                  <a:pt x="6227" y="540254"/>
                  <a:pt x="17172" y="463639"/>
                </a:cubicBezTo>
                <a:cubicBezTo>
                  <a:pt x="19361" y="448316"/>
                  <a:pt x="36644" y="439147"/>
                  <a:pt x="42930" y="425003"/>
                </a:cubicBezTo>
                <a:cubicBezTo>
                  <a:pt x="53957" y="400192"/>
                  <a:pt x="46966" y="364019"/>
                  <a:pt x="68687" y="347729"/>
                </a:cubicBezTo>
                <a:lnTo>
                  <a:pt x="120203" y="309093"/>
                </a:lnTo>
                <a:lnTo>
                  <a:pt x="171718" y="231819"/>
                </a:lnTo>
                <a:cubicBezTo>
                  <a:pt x="191924" y="201510"/>
                  <a:pt x="223234" y="180304"/>
                  <a:pt x="248992" y="154546"/>
                </a:cubicBezTo>
                <a:cubicBezTo>
                  <a:pt x="268060" y="135478"/>
                  <a:pt x="365161" y="72807"/>
                  <a:pt x="377780" y="64394"/>
                </a:cubicBezTo>
                <a:cubicBezTo>
                  <a:pt x="400371" y="49333"/>
                  <a:pt x="429296" y="47222"/>
                  <a:pt x="455054" y="38636"/>
                </a:cubicBezTo>
                <a:lnTo>
                  <a:pt x="493690" y="25757"/>
                </a:lnTo>
                <a:lnTo>
                  <a:pt x="532327" y="12879"/>
                </a:lnTo>
                <a:lnTo>
                  <a:pt x="570964" y="0"/>
                </a:lnTo>
                <a:cubicBezTo>
                  <a:pt x="622479" y="4293"/>
                  <a:pt x="674170" y="6839"/>
                  <a:pt x="725510" y="12879"/>
                </a:cubicBezTo>
                <a:cubicBezTo>
                  <a:pt x="747250" y="15437"/>
                  <a:pt x="768104" y="23775"/>
                  <a:pt x="789904" y="25757"/>
                </a:cubicBezTo>
                <a:cubicBezTo>
                  <a:pt x="862710" y="32376"/>
                  <a:pt x="935865" y="34343"/>
                  <a:pt x="1008845" y="38636"/>
                </a:cubicBezTo>
                <a:lnTo>
                  <a:pt x="1086118" y="90152"/>
                </a:lnTo>
                <a:lnTo>
                  <a:pt x="1124755" y="115910"/>
                </a:lnTo>
                <a:lnTo>
                  <a:pt x="1176271" y="270456"/>
                </a:lnTo>
                <a:cubicBezTo>
                  <a:pt x="1181868" y="287248"/>
                  <a:pt x="1184063" y="305018"/>
                  <a:pt x="1189149" y="321972"/>
                </a:cubicBezTo>
                <a:cubicBezTo>
                  <a:pt x="1196951" y="347978"/>
                  <a:pt x="1206321" y="373487"/>
                  <a:pt x="1214907" y="399245"/>
                </a:cubicBezTo>
                <a:lnTo>
                  <a:pt x="1227786" y="437881"/>
                </a:lnTo>
                <a:cubicBezTo>
                  <a:pt x="1223493" y="493690"/>
                  <a:pt x="1221850" y="549766"/>
                  <a:pt x="1214907" y="605307"/>
                </a:cubicBezTo>
                <a:cubicBezTo>
                  <a:pt x="1213223" y="618778"/>
                  <a:pt x="1207376" y="631465"/>
                  <a:pt x="1202028" y="643943"/>
                </a:cubicBezTo>
                <a:cubicBezTo>
                  <a:pt x="1179422" y="696692"/>
                  <a:pt x="1177375" y="704027"/>
                  <a:pt x="1124755" y="734095"/>
                </a:cubicBezTo>
                <a:cubicBezTo>
                  <a:pt x="1112968" y="740830"/>
                  <a:pt x="1098596" y="741626"/>
                  <a:pt x="1086118" y="746974"/>
                </a:cubicBezTo>
                <a:cubicBezTo>
                  <a:pt x="974717" y="794718"/>
                  <a:pt x="1086577" y="755407"/>
                  <a:pt x="995966" y="785611"/>
                </a:cubicBezTo>
                <a:cubicBezTo>
                  <a:pt x="970208" y="781318"/>
                  <a:pt x="943886" y="779603"/>
                  <a:pt x="918693" y="772732"/>
                </a:cubicBezTo>
                <a:cubicBezTo>
                  <a:pt x="896389" y="766649"/>
                  <a:pt x="877185" y="750243"/>
                  <a:pt x="854299" y="746974"/>
                </a:cubicBezTo>
                <a:cubicBezTo>
                  <a:pt x="786169" y="737241"/>
                  <a:pt x="716924" y="738388"/>
                  <a:pt x="648237" y="734095"/>
                </a:cubicBezTo>
                <a:cubicBezTo>
                  <a:pt x="578598" y="710884"/>
                  <a:pt x="574282" y="703710"/>
                  <a:pt x="467933" y="734095"/>
                </a:cubicBezTo>
                <a:cubicBezTo>
                  <a:pt x="450420" y="739099"/>
                  <a:pt x="445218" y="763887"/>
                  <a:pt x="429296" y="772732"/>
                </a:cubicBezTo>
                <a:cubicBezTo>
                  <a:pt x="385561" y="797029"/>
                  <a:pt x="322722" y="803374"/>
                  <a:pt x="274749" y="811369"/>
                </a:cubicBezTo>
                <a:cubicBezTo>
                  <a:pt x="231820" y="802783"/>
                  <a:pt x="188619" y="795455"/>
                  <a:pt x="145961" y="785611"/>
                </a:cubicBezTo>
                <a:cubicBezTo>
                  <a:pt x="132733" y="782558"/>
                  <a:pt x="119466" y="778803"/>
                  <a:pt x="107324" y="772732"/>
                </a:cubicBezTo>
                <a:cubicBezTo>
                  <a:pt x="93479" y="765810"/>
                  <a:pt x="81566" y="755560"/>
                  <a:pt x="68687" y="746974"/>
                </a:cubicBezTo>
                <a:cubicBezTo>
                  <a:pt x="60101" y="734095"/>
                  <a:pt x="53875" y="719283"/>
                  <a:pt x="42930" y="708338"/>
                </a:cubicBezTo>
                <a:cubicBezTo>
                  <a:pt x="31985" y="697393"/>
                  <a:pt x="8586" y="736242"/>
                  <a:pt x="4293" y="695459"/>
                </a:cubicBezTo>
                <a:close/>
              </a:path>
            </a:pathLst>
          </a:cu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s-CO">
              <a:solidFill>
                <a:schemeClr val="bg1"/>
              </a:solidFill>
            </a:endParaRPr>
          </a:p>
        </p:txBody>
      </p:sp>
      <p:cxnSp>
        <p:nvCxnSpPr>
          <p:cNvPr id="17" name="16 Conector recto de flecha"/>
          <p:cNvCxnSpPr>
            <a:stCxn id="16" idx="6"/>
            <a:endCxn id="22" idx="3"/>
          </p:cNvCxnSpPr>
          <p:nvPr/>
        </p:nvCxnSpPr>
        <p:spPr>
          <a:xfrm flipH="1" flipV="1">
            <a:off x="1142984" y="3464710"/>
            <a:ext cx="164640" cy="580736"/>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8" name="17 Rectángulo redondeado"/>
          <p:cNvSpPr/>
          <p:nvPr/>
        </p:nvSpPr>
        <p:spPr>
          <a:xfrm>
            <a:off x="3286108" y="6929431"/>
            <a:ext cx="1143000" cy="500062"/>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s-CO" sz="1400" b="1" dirty="0">
                <a:solidFill>
                  <a:schemeClr val="bg1"/>
                </a:solidFill>
                <a:latin typeface="Century Gothic" pitchFamily="34" charset="0"/>
              </a:rPr>
              <a:t>Barcos en la Costa</a:t>
            </a:r>
          </a:p>
        </p:txBody>
      </p:sp>
      <p:sp>
        <p:nvSpPr>
          <p:cNvPr id="19" name="18 Rectángulo redondeado"/>
          <p:cNvSpPr/>
          <p:nvPr/>
        </p:nvSpPr>
        <p:spPr>
          <a:xfrm>
            <a:off x="5500702" y="4572000"/>
            <a:ext cx="1285875" cy="571500"/>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s-CO" sz="1400" b="1" dirty="0">
                <a:solidFill>
                  <a:schemeClr val="bg1"/>
                </a:solidFill>
                <a:latin typeface="Century Gothic" pitchFamily="34" charset="0"/>
              </a:rPr>
              <a:t>Compañías Pesqueras</a:t>
            </a:r>
          </a:p>
        </p:txBody>
      </p:sp>
      <p:sp>
        <p:nvSpPr>
          <p:cNvPr id="20" name="19 Rectángulo redondeado"/>
          <p:cNvSpPr/>
          <p:nvPr/>
        </p:nvSpPr>
        <p:spPr>
          <a:xfrm>
            <a:off x="4571983" y="6929431"/>
            <a:ext cx="1143000" cy="500062"/>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s-CO" sz="1400" b="1" dirty="0">
                <a:solidFill>
                  <a:schemeClr val="bg1"/>
                </a:solidFill>
                <a:latin typeface="Century Gothic" pitchFamily="34" charset="0"/>
              </a:rPr>
              <a:t>Barcos en ultramar</a:t>
            </a:r>
          </a:p>
        </p:txBody>
      </p:sp>
      <p:sp>
        <p:nvSpPr>
          <p:cNvPr id="21" name="20 Rectángulo redondeado"/>
          <p:cNvSpPr/>
          <p:nvPr/>
        </p:nvSpPr>
        <p:spPr>
          <a:xfrm>
            <a:off x="2000233" y="6929431"/>
            <a:ext cx="1143000" cy="500062"/>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s-CO" sz="1400" b="1" dirty="0">
                <a:solidFill>
                  <a:schemeClr val="bg1"/>
                </a:solidFill>
                <a:latin typeface="Century Gothic" pitchFamily="34" charset="0"/>
              </a:rPr>
              <a:t>Barcos en el puerto</a:t>
            </a:r>
          </a:p>
        </p:txBody>
      </p:sp>
      <p:sp>
        <p:nvSpPr>
          <p:cNvPr id="22" name="21 Rectángulo redondeado"/>
          <p:cNvSpPr/>
          <p:nvPr/>
        </p:nvSpPr>
        <p:spPr>
          <a:xfrm>
            <a:off x="133334" y="3214678"/>
            <a:ext cx="1009650" cy="500063"/>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s-CO" sz="1400" b="1" dirty="0">
                <a:solidFill>
                  <a:schemeClr val="bg1"/>
                </a:solidFill>
                <a:latin typeface="Century Gothic" pitchFamily="34" charset="0"/>
              </a:rPr>
              <a:t>Banco</a:t>
            </a:r>
          </a:p>
        </p:txBody>
      </p:sp>
      <p:sp>
        <p:nvSpPr>
          <p:cNvPr id="23" name="22 Rectángulo redondeado"/>
          <p:cNvSpPr/>
          <p:nvPr/>
        </p:nvSpPr>
        <p:spPr>
          <a:xfrm>
            <a:off x="1857358" y="6786556"/>
            <a:ext cx="4000500" cy="785812"/>
          </a:xfrm>
          <a:prstGeom prst="roundRect">
            <a:avLst/>
          </a:prstGeom>
          <a:noFill/>
          <a:ln>
            <a:solidFill>
              <a:schemeClr val="accent1">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s-CO">
              <a:solidFill>
                <a:schemeClr val="bg1"/>
              </a:solidFill>
            </a:endParaRPr>
          </a:p>
        </p:txBody>
      </p:sp>
      <p:sp>
        <p:nvSpPr>
          <p:cNvPr id="24" name="23 Llamada con línea 1"/>
          <p:cNvSpPr/>
          <p:nvPr/>
        </p:nvSpPr>
        <p:spPr>
          <a:xfrm flipH="1">
            <a:off x="71427" y="7358090"/>
            <a:ext cx="1785937" cy="1143000"/>
          </a:xfrm>
          <a:prstGeom prst="borderCallout1">
            <a:avLst>
              <a:gd name="adj1" fmla="val 41695"/>
              <a:gd name="adj2" fmla="val -2486"/>
              <a:gd name="adj3" fmla="val 9249"/>
              <a:gd name="adj4" fmla="val -27371"/>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s-CO" sz="1400" dirty="0">
                <a:solidFill>
                  <a:schemeClr val="bg1"/>
                </a:solidFill>
                <a:latin typeface="Century Gothic" pitchFamily="34" charset="0"/>
              </a:rPr>
              <a:t>Los barcos se adquieren por subastas, órdenes de producción o intercambios</a:t>
            </a:r>
          </a:p>
        </p:txBody>
      </p:sp>
      <p:sp>
        <p:nvSpPr>
          <p:cNvPr id="25" name="24 Llamada con línea 1"/>
          <p:cNvSpPr/>
          <p:nvPr/>
        </p:nvSpPr>
        <p:spPr>
          <a:xfrm flipH="1">
            <a:off x="4214818" y="2786050"/>
            <a:ext cx="2357438" cy="714375"/>
          </a:xfrm>
          <a:prstGeom prst="borderCallout1">
            <a:avLst>
              <a:gd name="adj1" fmla="val 105121"/>
              <a:gd name="adj2" fmla="val 11157"/>
              <a:gd name="adj3" fmla="val 243082"/>
              <a:gd name="adj4" fmla="val 2958"/>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s-CO" sz="1400" dirty="0">
                <a:solidFill>
                  <a:schemeClr val="bg1"/>
                </a:solidFill>
                <a:latin typeface="Century Gothic" pitchFamily="34" charset="0"/>
              </a:rPr>
              <a:t>Son máximo 4 grupos de mínimo 2 participantes cada uno</a:t>
            </a:r>
          </a:p>
        </p:txBody>
      </p:sp>
      <p:sp>
        <p:nvSpPr>
          <p:cNvPr id="26" name="25 Llamada con línea 1"/>
          <p:cNvSpPr/>
          <p:nvPr/>
        </p:nvSpPr>
        <p:spPr>
          <a:xfrm>
            <a:off x="1928817" y="2500298"/>
            <a:ext cx="2143125" cy="714375"/>
          </a:xfrm>
          <a:prstGeom prst="borderCallout1">
            <a:avLst>
              <a:gd name="adj1" fmla="val 41695"/>
              <a:gd name="adj2" fmla="val -2486"/>
              <a:gd name="adj3" fmla="val 94396"/>
              <a:gd name="adj4" fmla="val -46301"/>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s-CO" sz="1400" dirty="0">
                <a:solidFill>
                  <a:schemeClr val="bg1"/>
                </a:solidFill>
                <a:latin typeface="Century Gothic" pitchFamily="34" charset="0"/>
              </a:rPr>
              <a:t>Se encarga de repartir las utilidades y hacer las subastas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9"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1000" fill="hold"/>
                                        <p:tgtEl>
                                          <p:spTgt spid="6"/>
                                        </p:tgtEl>
                                        <p:attrNameLst>
                                          <p:attrName>ppt_x</p:attrName>
                                        </p:attrNameLst>
                                      </p:cBhvr>
                                      <p:tavLst>
                                        <p:tav tm="0">
                                          <p:val>
                                            <p:strVal val="#ppt_x-.2"/>
                                          </p:val>
                                        </p:tav>
                                        <p:tav tm="100000">
                                          <p:val>
                                            <p:strVal val="#ppt_x"/>
                                          </p:val>
                                        </p:tav>
                                      </p:tavLst>
                                    </p:anim>
                                    <p:anim calcmode="lin" valueType="num">
                                      <p:cBhvr>
                                        <p:cTn id="8" dur="1000" fill="hold"/>
                                        <p:tgtEl>
                                          <p:spTgt spid="6"/>
                                        </p:tgtEl>
                                        <p:attrNameLst>
                                          <p:attrName>ppt_y</p:attrName>
                                        </p:attrNameLst>
                                      </p:cBhvr>
                                      <p:tavLst>
                                        <p:tav tm="0">
                                          <p:val>
                                            <p:strVal val="#ppt_y"/>
                                          </p:val>
                                        </p:tav>
                                        <p:tav tm="100000">
                                          <p:val>
                                            <p:strVal val="#ppt_y"/>
                                          </p:val>
                                        </p:tav>
                                      </p:tavLst>
                                    </p:anim>
                                    <p:animEffect transition="in" filter="wipe(right)" prLst="gradientSize: 0.1">
                                      <p:cBhvr>
                                        <p:cTn id="9" dur="1000"/>
                                        <p:tgtEl>
                                          <p:spTgt spid="6"/>
                                        </p:tgtEl>
                                      </p:cBhvr>
                                    </p:animEffect>
                                  </p:childTnLst>
                                </p:cTn>
                              </p:par>
                            </p:childTnLst>
                          </p:cTn>
                        </p:par>
                      </p:childTnLst>
                    </p:cTn>
                  </p:par>
                  <p:par>
                    <p:cTn id="10" fill="hold">
                      <p:stCondLst>
                        <p:cond delay="indefinite"/>
                      </p:stCondLst>
                      <p:childTnLst>
                        <p:par>
                          <p:cTn id="11" fill="hold">
                            <p:stCondLst>
                              <p:cond delay="0"/>
                            </p:stCondLst>
                            <p:childTnLst>
                              <p:par>
                                <p:cTn id="12" presetID="4" presetClass="entr" presetSubtype="16" fill="hold" nodeType="click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box(in)">
                                      <p:cBhvr>
                                        <p:cTn id="14" dur="500"/>
                                        <p:tgtEl>
                                          <p:spTgt spid="9"/>
                                        </p:tgtEl>
                                      </p:cBhvr>
                                    </p:animEffect>
                                  </p:childTnLst>
                                </p:cTn>
                              </p:par>
                              <p:par>
                                <p:cTn id="15" presetID="4" presetClass="entr" presetSubtype="16" fill="hold" nodeType="with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box(in)">
                                      <p:cBhvr>
                                        <p:cTn id="17" dur="500"/>
                                        <p:tgtEl>
                                          <p:spTgt spid="10"/>
                                        </p:tgtEl>
                                      </p:cBhvr>
                                    </p:animEffect>
                                  </p:childTnLst>
                                </p:cTn>
                              </p:par>
                              <p:par>
                                <p:cTn id="18" presetID="4" presetClass="entr" presetSubtype="16" fill="hold" nodeType="withEffect">
                                  <p:stCondLst>
                                    <p:cond delay="0"/>
                                  </p:stCondLst>
                                  <p:childTnLst>
                                    <p:set>
                                      <p:cBhvr>
                                        <p:cTn id="19" dur="1" fill="hold">
                                          <p:stCondLst>
                                            <p:cond delay="0"/>
                                          </p:stCondLst>
                                        </p:cTn>
                                        <p:tgtEl>
                                          <p:spTgt spid="11"/>
                                        </p:tgtEl>
                                        <p:attrNameLst>
                                          <p:attrName>style.visibility</p:attrName>
                                        </p:attrNameLst>
                                      </p:cBhvr>
                                      <p:to>
                                        <p:strVal val="visible"/>
                                      </p:to>
                                    </p:set>
                                    <p:animEffect transition="in" filter="box(in)">
                                      <p:cBhvr>
                                        <p:cTn id="20" dur="500"/>
                                        <p:tgtEl>
                                          <p:spTgt spid="11"/>
                                        </p:tgtEl>
                                      </p:cBhvr>
                                    </p:animEffect>
                                  </p:childTnLst>
                                </p:cTn>
                              </p:par>
                              <p:par>
                                <p:cTn id="21" presetID="4" presetClass="entr" presetSubtype="16" fill="hold" grpId="0" nodeType="withEffect">
                                  <p:stCondLst>
                                    <p:cond delay="0"/>
                                  </p:stCondLst>
                                  <p:childTnLst>
                                    <p:set>
                                      <p:cBhvr>
                                        <p:cTn id="22" dur="1" fill="hold">
                                          <p:stCondLst>
                                            <p:cond delay="0"/>
                                          </p:stCondLst>
                                        </p:cTn>
                                        <p:tgtEl>
                                          <p:spTgt spid="19"/>
                                        </p:tgtEl>
                                        <p:attrNameLst>
                                          <p:attrName>style.visibility</p:attrName>
                                        </p:attrNameLst>
                                      </p:cBhvr>
                                      <p:to>
                                        <p:strVal val="visible"/>
                                      </p:to>
                                    </p:set>
                                    <p:animEffect transition="in" filter="box(in)">
                                      <p:cBhvr>
                                        <p:cTn id="23" dur="500"/>
                                        <p:tgtEl>
                                          <p:spTgt spid="19"/>
                                        </p:tgtEl>
                                      </p:cBhvr>
                                    </p:animEffect>
                                  </p:childTnLst>
                                </p:cTn>
                              </p:par>
                              <p:par>
                                <p:cTn id="24" presetID="4" presetClass="entr" presetSubtype="16" fill="hold" grpId="0" nodeType="withEffect">
                                  <p:stCondLst>
                                    <p:cond delay="0"/>
                                  </p:stCondLst>
                                  <p:childTnLst>
                                    <p:set>
                                      <p:cBhvr>
                                        <p:cTn id="25" dur="1" fill="hold">
                                          <p:stCondLst>
                                            <p:cond delay="0"/>
                                          </p:stCondLst>
                                        </p:cTn>
                                        <p:tgtEl>
                                          <p:spTgt spid="25"/>
                                        </p:tgtEl>
                                        <p:attrNameLst>
                                          <p:attrName>style.visibility</p:attrName>
                                        </p:attrNameLst>
                                      </p:cBhvr>
                                      <p:to>
                                        <p:strVal val="visible"/>
                                      </p:to>
                                    </p:set>
                                    <p:animEffect transition="in" filter="box(in)">
                                      <p:cBhvr>
                                        <p:cTn id="26" dur="500"/>
                                        <p:tgtEl>
                                          <p:spTgt spid="25"/>
                                        </p:tgtEl>
                                      </p:cBhvr>
                                    </p:animEffect>
                                  </p:childTnLst>
                                </p:cTn>
                              </p:par>
                            </p:childTnLst>
                          </p:cTn>
                        </p:par>
                      </p:childTnLst>
                    </p:cTn>
                  </p:par>
                  <p:par>
                    <p:cTn id="27" fill="hold">
                      <p:stCondLst>
                        <p:cond delay="indefinite"/>
                      </p:stCondLst>
                      <p:childTnLst>
                        <p:par>
                          <p:cTn id="28" fill="hold">
                            <p:stCondLst>
                              <p:cond delay="0"/>
                            </p:stCondLst>
                            <p:childTnLst>
                              <p:par>
                                <p:cTn id="29" presetID="4" presetClass="exit" presetSubtype="16" fill="hold" grpId="1" nodeType="clickEffect">
                                  <p:stCondLst>
                                    <p:cond delay="0"/>
                                  </p:stCondLst>
                                  <p:childTnLst>
                                    <p:animEffect transition="out" filter="box(in)">
                                      <p:cBhvr>
                                        <p:cTn id="30" dur="500"/>
                                        <p:tgtEl>
                                          <p:spTgt spid="25"/>
                                        </p:tgtEl>
                                      </p:cBhvr>
                                    </p:animEffect>
                                    <p:set>
                                      <p:cBhvr>
                                        <p:cTn id="31" dur="1" fill="hold">
                                          <p:stCondLst>
                                            <p:cond delay="499"/>
                                          </p:stCondLst>
                                        </p:cTn>
                                        <p:tgtEl>
                                          <p:spTgt spid="25"/>
                                        </p:tgtEl>
                                        <p:attrNameLst>
                                          <p:attrName>style.visibility</p:attrName>
                                        </p:attrNameLst>
                                      </p:cBhvr>
                                      <p:to>
                                        <p:strVal val="hidden"/>
                                      </p:to>
                                    </p:set>
                                  </p:childTnLst>
                                </p:cTn>
                              </p:par>
                              <p:par>
                                <p:cTn id="32" presetID="4" presetClass="entr" presetSubtype="16" fill="hold" nodeType="withEffect">
                                  <p:stCondLst>
                                    <p:cond delay="0"/>
                                  </p:stCondLst>
                                  <p:childTnLst>
                                    <p:set>
                                      <p:cBhvr>
                                        <p:cTn id="33" dur="1" fill="hold">
                                          <p:stCondLst>
                                            <p:cond delay="0"/>
                                          </p:stCondLst>
                                        </p:cTn>
                                        <p:tgtEl>
                                          <p:spTgt spid="12"/>
                                        </p:tgtEl>
                                        <p:attrNameLst>
                                          <p:attrName>style.visibility</p:attrName>
                                        </p:attrNameLst>
                                      </p:cBhvr>
                                      <p:to>
                                        <p:strVal val="visible"/>
                                      </p:to>
                                    </p:set>
                                    <p:animEffect transition="in" filter="box(in)">
                                      <p:cBhvr>
                                        <p:cTn id="34" dur="500"/>
                                        <p:tgtEl>
                                          <p:spTgt spid="12"/>
                                        </p:tgtEl>
                                      </p:cBhvr>
                                    </p:animEffect>
                                  </p:childTnLst>
                                </p:cTn>
                              </p:par>
                              <p:par>
                                <p:cTn id="35" presetID="4" presetClass="entr" presetSubtype="16" fill="hold" nodeType="withEffect">
                                  <p:stCondLst>
                                    <p:cond delay="0"/>
                                  </p:stCondLst>
                                  <p:childTnLst>
                                    <p:set>
                                      <p:cBhvr>
                                        <p:cTn id="36" dur="1" fill="hold">
                                          <p:stCondLst>
                                            <p:cond delay="0"/>
                                          </p:stCondLst>
                                        </p:cTn>
                                        <p:tgtEl>
                                          <p:spTgt spid="13"/>
                                        </p:tgtEl>
                                        <p:attrNameLst>
                                          <p:attrName>style.visibility</p:attrName>
                                        </p:attrNameLst>
                                      </p:cBhvr>
                                      <p:to>
                                        <p:strVal val="visible"/>
                                      </p:to>
                                    </p:set>
                                    <p:animEffect transition="in" filter="box(in)">
                                      <p:cBhvr>
                                        <p:cTn id="37" dur="500"/>
                                        <p:tgtEl>
                                          <p:spTgt spid="13"/>
                                        </p:tgtEl>
                                      </p:cBhvr>
                                    </p:animEffect>
                                  </p:childTnLst>
                                </p:cTn>
                              </p:par>
                              <p:par>
                                <p:cTn id="38" presetID="4" presetClass="entr" presetSubtype="16" fill="hold" grpId="0" nodeType="withEffect">
                                  <p:stCondLst>
                                    <p:cond delay="0"/>
                                  </p:stCondLst>
                                  <p:childTnLst>
                                    <p:set>
                                      <p:cBhvr>
                                        <p:cTn id="39" dur="1" fill="hold">
                                          <p:stCondLst>
                                            <p:cond delay="0"/>
                                          </p:stCondLst>
                                        </p:cTn>
                                        <p:tgtEl>
                                          <p:spTgt spid="18"/>
                                        </p:tgtEl>
                                        <p:attrNameLst>
                                          <p:attrName>style.visibility</p:attrName>
                                        </p:attrNameLst>
                                      </p:cBhvr>
                                      <p:to>
                                        <p:strVal val="visible"/>
                                      </p:to>
                                    </p:set>
                                    <p:animEffect transition="in" filter="box(in)">
                                      <p:cBhvr>
                                        <p:cTn id="40" dur="500"/>
                                        <p:tgtEl>
                                          <p:spTgt spid="18"/>
                                        </p:tgtEl>
                                      </p:cBhvr>
                                    </p:animEffect>
                                  </p:childTnLst>
                                </p:cTn>
                              </p:par>
                              <p:par>
                                <p:cTn id="41" presetID="4" presetClass="entr" presetSubtype="16" fill="hold" grpId="0"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box(in)">
                                      <p:cBhvr>
                                        <p:cTn id="43" dur="500"/>
                                        <p:tgtEl>
                                          <p:spTgt spid="20"/>
                                        </p:tgtEl>
                                      </p:cBhvr>
                                    </p:animEffect>
                                  </p:childTnLst>
                                </p:cTn>
                              </p:par>
                              <p:par>
                                <p:cTn id="44" presetID="4" presetClass="entr" presetSubtype="16" fill="hold" grpId="0" nodeType="withEffect">
                                  <p:stCondLst>
                                    <p:cond delay="0"/>
                                  </p:stCondLst>
                                  <p:childTnLst>
                                    <p:set>
                                      <p:cBhvr>
                                        <p:cTn id="45" dur="1" fill="hold">
                                          <p:stCondLst>
                                            <p:cond delay="0"/>
                                          </p:stCondLst>
                                        </p:cTn>
                                        <p:tgtEl>
                                          <p:spTgt spid="21"/>
                                        </p:tgtEl>
                                        <p:attrNameLst>
                                          <p:attrName>style.visibility</p:attrName>
                                        </p:attrNameLst>
                                      </p:cBhvr>
                                      <p:to>
                                        <p:strVal val="visible"/>
                                      </p:to>
                                    </p:set>
                                    <p:animEffect transition="in" filter="box(in)">
                                      <p:cBhvr>
                                        <p:cTn id="46" dur="500"/>
                                        <p:tgtEl>
                                          <p:spTgt spid="21"/>
                                        </p:tgtEl>
                                      </p:cBhvr>
                                    </p:animEffect>
                                  </p:childTnLst>
                                </p:cTn>
                              </p:par>
                              <p:par>
                                <p:cTn id="47" presetID="4" presetClass="entr" presetSubtype="16" fill="hold" grpId="0" nodeType="withEffect">
                                  <p:stCondLst>
                                    <p:cond delay="0"/>
                                  </p:stCondLst>
                                  <p:childTnLst>
                                    <p:set>
                                      <p:cBhvr>
                                        <p:cTn id="48" dur="1" fill="hold">
                                          <p:stCondLst>
                                            <p:cond delay="0"/>
                                          </p:stCondLst>
                                        </p:cTn>
                                        <p:tgtEl>
                                          <p:spTgt spid="23"/>
                                        </p:tgtEl>
                                        <p:attrNameLst>
                                          <p:attrName>style.visibility</p:attrName>
                                        </p:attrNameLst>
                                      </p:cBhvr>
                                      <p:to>
                                        <p:strVal val="visible"/>
                                      </p:to>
                                    </p:set>
                                    <p:animEffect transition="in" filter="box(in)">
                                      <p:cBhvr>
                                        <p:cTn id="49" dur="500"/>
                                        <p:tgtEl>
                                          <p:spTgt spid="23"/>
                                        </p:tgtEl>
                                      </p:cBhvr>
                                    </p:animEffect>
                                  </p:childTnLst>
                                </p:cTn>
                              </p:par>
                              <p:par>
                                <p:cTn id="50" presetID="4" presetClass="entr" presetSubtype="16" fill="hold" grpId="0" nodeType="withEffect">
                                  <p:stCondLst>
                                    <p:cond delay="0"/>
                                  </p:stCondLst>
                                  <p:childTnLst>
                                    <p:set>
                                      <p:cBhvr>
                                        <p:cTn id="51" dur="1" fill="hold">
                                          <p:stCondLst>
                                            <p:cond delay="0"/>
                                          </p:stCondLst>
                                        </p:cTn>
                                        <p:tgtEl>
                                          <p:spTgt spid="24"/>
                                        </p:tgtEl>
                                        <p:attrNameLst>
                                          <p:attrName>style.visibility</p:attrName>
                                        </p:attrNameLst>
                                      </p:cBhvr>
                                      <p:to>
                                        <p:strVal val="visible"/>
                                      </p:to>
                                    </p:set>
                                    <p:animEffect transition="in" filter="box(in)">
                                      <p:cBhvr>
                                        <p:cTn id="52" dur="500"/>
                                        <p:tgtEl>
                                          <p:spTgt spid="24"/>
                                        </p:tgtEl>
                                      </p:cBhvr>
                                    </p:animEffect>
                                  </p:childTnLst>
                                </p:cTn>
                              </p:par>
                              <p:par>
                                <p:cTn id="53" presetID="4" presetClass="entr" presetSubtype="16" fill="hold" nodeType="withEffect">
                                  <p:stCondLst>
                                    <p:cond delay="0"/>
                                  </p:stCondLst>
                                  <p:childTnLst>
                                    <p:set>
                                      <p:cBhvr>
                                        <p:cTn id="54" dur="1" fill="hold">
                                          <p:stCondLst>
                                            <p:cond delay="0"/>
                                          </p:stCondLst>
                                        </p:cTn>
                                        <p:tgtEl>
                                          <p:spTgt spid="15"/>
                                        </p:tgtEl>
                                        <p:attrNameLst>
                                          <p:attrName>style.visibility</p:attrName>
                                        </p:attrNameLst>
                                      </p:cBhvr>
                                      <p:to>
                                        <p:strVal val="visible"/>
                                      </p:to>
                                    </p:set>
                                    <p:animEffect transition="in" filter="box(in)">
                                      <p:cBhvr>
                                        <p:cTn id="55" dur="500"/>
                                        <p:tgtEl>
                                          <p:spTgt spid="15"/>
                                        </p:tgtEl>
                                      </p:cBhvr>
                                    </p:animEffect>
                                  </p:childTnLst>
                                </p:cTn>
                              </p:par>
                              <p:par>
                                <p:cTn id="56" presetID="4" presetClass="entr" presetSubtype="16" fill="hold" grpId="0" nodeType="withEffect">
                                  <p:stCondLst>
                                    <p:cond delay="0"/>
                                  </p:stCondLst>
                                  <p:childTnLst>
                                    <p:set>
                                      <p:cBhvr>
                                        <p:cTn id="57" dur="1" fill="hold">
                                          <p:stCondLst>
                                            <p:cond delay="0"/>
                                          </p:stCondLst>
                                        </p:cTn>
                                        <p:tgtEl>
                                          <p:spTgt spid="14"/>
                                        </p:tgtEl>
                                        <p:attrNameLst>
                                          <p:attrName>style.visibility</p:attrName>
                                        </p:attrNameLst>
                                      </p:cBhvr>
                                      <p:to>
                                        <p:strVal val="visible"/>
                                      </p:to>
                                    </p:set>
                                    <p:animEffect transition="in" filter="box(in)">
                                      <p:cBhvr>
                                        <p:cTn id="58" dur="500"/>
                                        <p:tgtEl>
                                          <p:spTgt spid="14"/>
                                        </p:tgtEl>
                                      </p:cBhvr>
                                    </p:animEffect>
                                  </p:childTnLst>
                                </p:cTn>
                              </p:par>
                              <p:par>
                                <p:cTn id="59" presetID="4" presetClass="entr" presetSubtype="16" fill="hold" grpId="0" nodeType="withEffect">
                                  <p:stCondLst>
                                    <p:cond delay="0"/>
                                  </p:stCondLst>
                                  <p:childTnLst>
                                    <p:set>
                                      <p:cBhvr>
                                        <p:cTn id="60" dur="1" fill="hold">
                                          <p:stCondLst>
                                            <p:cond delay="0"/>
                                          </p:stCondLst>
                                        </p:cTn>
                                        <p:tgtEl>
                                          <p:spTgt spid="7"/>
                                        </p:tgtEl>
                                        <p:attrNameLst>
                                          <p:attrName>style.visibility</p:attrName>
                                        </p:attrNameLst>
                                      </p:cBhvr>
                                      <p:to>
                                        <p:strVal val="visible"/>
                                      </p:to>
                                    </p:set>
                                    <p:animEffect transition="in" filter="box(in)">
                                      <p:cBhvr>
                                        <p:cTn id="61" dur="500"/>
                                        <p:tgtEl>
                                          <p:spTgt spid="7"/>
                                        </p:tgtEl>
                                      </p:cBhvr>
                                    </p:animEffect>
                                  </p:childTnLst>
                                </p:cTn>
                              </p:par>
                              <p:par>
                                <p:cTn id="62" presetID="4" presetClass="entr" presetSubtype="16" fill="hold" grpId="0" nodeType="withEffect">
                                  <p:stCondLst>
                                    <p:cond delay="0"/>
                                  </p:stCondLst>
                                  <p:childTnLst>
                                    <p:set>
                                      <p:cBhvr>
                                        <p:cTn id="63" dur="1" fill="hold">
                                          <p:stCondLst>
                                            <p:cond delay="0"/>
                                          </p:stCondLst>
                                        </p:cTn>
                                        <p:tgtEl>
                                          <p:spTgt spid="8"/>
                                        </p:tgtEl>
                                        <p:attrNameLst>
                                          <p:attrName>style.visibility</p:attrName>
                                        </p:attrNameLst>
                                      </p:cBhvr>
                                      <p:to>
                                        <p:strVal val="visible"/>
                                      </p:to>
                                    </p:set>
                                    <p:animEffect transition="in" filter="box(in)">
                                      <p:cBhvr>
                                        <p:cTn id="64" dur="500"/>
                                        <p:tgtEl>
                                          <p:spTgt spid="8"/>
                                        </p:tgtEl>
                                      </p:cBhvr>
                                    </p:animEffect>
                                  </p:childTnLst>
                                </p:cTn>
                              </p:par>
                            </p:childTnLst>
                          </p:cTn>
                        </p:par>
                      </p:childTnLst>
                    </p:cTn>
                  </p:par>
                  <p:par>
                    <p:cTn id="65" fill="hold">
                      <p:stCondLst>
                        <p:cond delay="indefinite"/>
                      </p:stCondLst>
                      <p:childTnLst>
                        <p:par>
                          <p:cTn id="66" fill="hold">
                            <p:stCondLst>
                              <p:cond delay="0"/>
                            </p:stCondLst>
                            <p:childTnLst>
                              <p:par>
                                <p:cTn id="67" presetID="4" presetClass="exit" presetSubtype="16" fill="hold" grpId="1" nodeType="clickEffect">
                                  <p:stCondLst>
                                    <p:cond delay="0"/>
                                  </p:stCondLst>
                                  <p:childTnLst>
                                    <p:animEffect transition="out" filter="box(in)">
                                      <p:cBhvr>
                                        <p:cTn id="68" dur="500"/>
                                        <p:tgtEl>
                                          <p:spTgt spid="24"/>
                                        </p:tgtEl>
                                      </p:cBhvr>
                                    </p:animEffect>
                                    <p:set>
                                      <p:cBhvr>
                                        <p:cTn id="69" dur="1" fill="hold">
                                          <p:stCondLst>
                                            <p:cond delay="499"/>
                                          </p:stCondLst>
                                        </p:cTn>
                                        <p:tgtEl>
                                          <p:spTgt spid="24"/>
                                        </p:tgtEl>
                                        <p:attrNameLst>
                                          <p:attrName>style.visibility</p:attrName>
                                        </p:attrNameLst>
                                      </p:cBhvr>
                                      <p:to>
                                        <p:strVal val="hidden"/>
                                      </p:to>
                                    </p:set>
                                  </p:childTnLst>
                                </p:cTn>
                              </p:par>
                              <p:par>
                                <p:cTn id="70" presetID="4" presetClass="entr" presetSubtype="16" fill="hold" grpId="0" nodeType="withEffect">
                                  <p:stCondLst>
                                    <p:cond delay="0"/>
                                  </p:stCondLst>
                                  <p:childTnLst>
                                    <p:set>
                                      <p:cBhvr>
                                        <p:cTn id="71" dur="1" fill="hold">
                                          <p:stCondLst>
                                            <p:cond delay="0"/>
                                          </p:stCondLst>
                                        </p:cTn>
                                        <p:tgtEl>
                                          <p:spTgt spid="16"/>
                                        </p:tgtEl>
                                        <p:attrNameLst>
                                          <p:attrName>style.visibility</p:attrName>
                                        </p:attrNameLst>
                                      </p:cBhvr>
                                      <p:to>
                                        <p:strVal val="visible"/>
                                      </p:to>
                                    </p:set>
                                    <p:animEffect transition="in" filter="box(in)">
                                      <p:cBhvr>
                                        <p:cTn id="72" dur="500"/>
                                        <p:tgtEl>
                                          <p:spTgt spid="16"/>
                                        </p:tgtEl>
                                      </p:cBhvr>
                                    </p:animEffect>
                                  </p:childTnLst>
                                </p:cTn>
                              </p:par>
                              <p:par>
                                <p:cTn id="73" presetID="4" presetClass="entr" presetSubtype="16" fill="hold" grpId="0" nodeType="withEffect">
                                  <p:stCondLst>
                                    <p:cond delay="0"/>
                                  </p:stCondLst>
                                  <p:childTnLst>
                                    <p:set>
                                      <p:cBhvr>
                                        <p:cTn id="74" dur="1" fill="hold">
                                          <p:stCondLst>
                                            <p:cond delay="0"/>
                                          </p:stCondLst>
                                        </p:cTn>
                                        <p:tgtEl>
                                          <p:spTgt spid="22"/>
                                        </p:tgtEl>
                                        <p:attrNameLst>
                                          <p:attrName>style.visibility</p:attrName>
                                        </p:attrNameLst>
                                      </p:cBhvr>
                                      <p:to>
                                        <p:strVal val="visible"/>
                                      </p:to>
                                    </p:set>
                                    <p:animEffect transition="in" filter="box(in)">
                                      <p:cBhvr>
                                        <p:cTn id="75" dur="500"/>
                                        <p:tgtEl>
                                          <p:spTgt spid="22"/>
                                        </p:tgtEl>
                                      </p:cBhvr>
                                    </p:animEffect>
                                  </p:childTnLst>
                                </p:cTn>
                              </p:par>
                              <p:par>
                                <p:cTn id="76" presetID="4" presetClass="entr" presetSubtype="16" fill="hold" grpId="0" nodeType="withEffect">
                                  <p:stCondLst>
                                    <p:cond delay="0"/>
                                  </p:stCondLst>
                                  <p:childTnLst>
                                    <p:set>
                                      <p:cBhvr>
                                        <p:cTn id="77" dur="1" fill="hold">
                                          <p:stCondLst>
                                            <p:cond delay="0"/>
                                          </p:stCondLst>
                                        </p:cTn>
                                        <p:tgtEl>
                                          <p:spTgt spid="26"/>
                                        </p:tgtEl>
                                        <p:attrNameLst>
                                          <p:attrName>style.visibility</p:attrName>
                                        </p:attrNameLst>
                                      </p:cBhvr>
                                      <p:to>
                                        <p:strVal val="visible"/>
                                      </p:to>
                                    </p:set>
                                    <p:animEffect transition="in" filter="box(in)">
                                      <p:cBhvr>
                                        <p:cTn id="78" dur="500"/>
                                        <p:tgtEl>
                                          <p:spTgt spid="26"/>
                                        </p:tgtEl>
                                      </p:cBhvr>
                                    </p:animEffect>
                                  </p:childTnLst>
                                </p:cTn>
                              </p:par>
                              <p:par>
                                <p:cTn id="79" presetID="4" presetClass="entr" presetSubtype="16" fill="hold" nodeType="withEffect">
                                  <p:stCondLst>
                                    <p:cond delay="0"/>
                                  </p:stCondLst>
                                  <p:childTnLst>
                                    <p:set>
                                      <p:cBhvr>
                                        <p:cTn id="80" dur="1" fill="hold">
                                          <p:stCondLst>
                                            <p:cond delay="0"/>
                                          </p:stCondLst>
                                        </p:cTn>
                                        <p:tgtEl>
                                          <p:spTgt spid="17"/>
                                        </p:tgtEl>
                                        <p:attrNameLst>
                                          <p:attrName>style.visibility</p:attrName>
                                        </p:attrNameLst>
                                      </p:cBhvr>
                                      <p:to>
                                        <p:strVal val="visible"/>
                                      </p:to>
                                    </p:set>
                                    <p:animEffect transition="in" filter="box(in)">
                                      <p:cBhvr>
                                        <p:cTn id="81" dur="500"/>
                                        <p:tgtEl>
                                          <p:spTgt spid="17"/>
                                        </p:tgtEl>
                                      </p:cBhvr>
                                    </p:animEffect>
                                  </p:childTnLst>
                                </p:cTn>
                              </p:par>
                            </p:childTnLst>
                          </p:cTn>
                        </p:par>
                      </p:childTnLst>
                    </p:cTn>
                  </p:par>
                  <p:par>
                    <p:cTn id="82" fill="hold">
                      <p:stCondLst>
                        <p:cond delay="indefinite"/>
                      </p:stCondLst>
                      <p:childTnLst>
                        <p:par>
                          <p:cTn id="83" fill="hold">
                            <p:stCondLst>
                              <p:cond delay="0"/>
                            </p:stCondLst>
                            <p:childTnLst>
                              <p:par>
                                <p:cTn id="84" presetID="4" presetClass="exit" presetSubtype="16" fill="hold" grpId="1" nodeType="clickEffect">
                                  <p:stCondLst>
                                    <p:cond delay="0"/>
                                  </p:stCondLst>
                                  <p:childTnLst>
                                    <p:animEffect transition="out" filter="box(in)">
                                      <p:cBhvr>
                                        <p:cTn id="85" dur="500"/>
                                        <p:tgtEl>
                                          <p:spTgt spid="26"/>
                                        </p:tgtEl>
                                      </p:cBhvr>
                                    </p:animEffect>
                                    <p:set>
                                      <p:cBhvr>
                                        <p:cTn id="86" dur="1" fill="hold">
                                          <p:stCondLst>
                                            <p:cond delay="499"/>
                                          </p:stCondLst>
                                        </p:cTn>
                                        <p:tgtEl>
                                          <p:spTgt spid="2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14" grpId="0" animBg="1"/>
      <p:bldP spid="16" grpId="0" animBg="1"/>
      <p:bldP spid="18" grpId="0" animBg="1"/>
      <p:bldP spid="19" grpId="0" animBg="1"/>
      <p:bldP spid="20" grpId="0" animBg="1"/>
      <p:bldP spid="21" grpId="0" animBg="1"/>
      <p:bldP spid="22" grpId="0" animBg="1"/>
      <p:bldP spid="23" grpId="0" animBg="1"/>
      <p:bldP spid="24" grpId="0" animBg="1"/>
      <p:bldP spid="24" grpId="1" animBg="1"/>
      <p:bldP spid="25" grpId="0" animBg="1"/>
      <p:bldP spid="25" grpId="1" animBg="1"/>
      <p:bldP spid="26" grpId="0" animBg="1"/>
      <p:bldP spid="26" grpId="1"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3 Rectángulo redondeado"/>
          <p:cNvSpPr/>
          <p:nvPr/>
        </p:nvSpPr>
        <p:spPr>
          <a:xfrm>
            <a:off x="928670" y="4071934"/>
            <a:ext cx="3857652" cy="928695"/>
          </a:xfrm>
          <a:prstGeom prst="round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2" name="1 Título"/>
          <p:cNvSpPr>
            <a:spLocks noGrp="1"/>
          </p:cNvSpPr>
          <p:nvPr>
            <p:ph type="title"/>
          </p:nvPr>
        </p:nvSpPr>
        <p:spPr/>
        <p:txBody>
          <a:bodyPr/>
          <a:lstStyle/>
          <a:p>
            <a:pPr algn="r"/>
            <a:r>
              <a:rPr lang="es-CO" dirty="0" smtClean="0">
                <a:solidFill>
                  <a:schemeClr val="accent1">
                    <a:lumMod val="50000"/>
                  </a:schemeClr>
                </a:solidFill>
              </a:rPr>
              <a:t>Contenido</a:t>
            </a:r>
            <a:endParaRPr lang="es-CO" dirty="0">
              <a:solidFill>
                <a:schemeClr val="accent1">
                  <a:lumMod val="50000"/>
                </a:schemeClr>
              </a:solidFill>
            </a:endParaRPr>
          </a:p>
        </p:txBody>
      </p:sp>
      <p:sp>
        <p:nvSpPr>
          <p:cNvPr id="3" name="2 Marcador de contenido"/>
          <p:cNvSpPr>
            <a:spLocks noGrp="1"/>
          </p:cNvSpPr>
          <p:nvPr>
            <p:ph idx="1"/>
          </p:nvPr>
        </p:nvSpPr>
        <p:spPr>
          <a:xfrm>
            <a:off x="500042" y="2643174"/>
            <a:ext cx="6000792" cy="5286412"/>
          </a:xfrm>
        </p:spPr>
        <p:txBody>
          <a:bodyPr>
            <a:normAutofit/>
          </a:bodyPr>
          <a:lstStyle/>
          <a:p>
            <a:pPr>
              <a:spcAft>
                <a:spcPts val="1200"/>
              </a:spcAft>
            </a:pPr>
            <a:r>
              <a:rPr lang="es-CO" dirty="0" smtClean="0">
                <a:solidFill>
                  <a:schemeClr val="bg1"/>
                </a:solidFill>
              </a:rPr>
              <a:t>Objetivos</a:t>
            </a:r>
          </a:p>
          <a:p>
            <a:pPr>
              <a:spcAft>
                <a:spcPts val="1200"/>
              </a:spcAft>
            </a:pPr>
            <a:r>
              <a:rPr lang="es-CO" dirty="0" smtClean="0">
                <a:solidFill>
                  <a:schemeClr val="bg1"/>
                </a:solidFill>
              </a:rPr>
              <a:t>Idea del proyecto</a:t>
            </a:r>
          </a:p>
          <a:p>
            <a:pPr>
              <a:spcAft>
                <a:spcPts val="1200"/>
              </a:spcAft>
            </a:pPr>
            <a:r>
              <a:rPr lang="es-CO" dirty="0" smtClean="0">
                <a:solidFill>
                  <a:schemeClr val="bg1"/>
                </a:solidFill>
              </a:rPr>
              <a:t>¿En qué consiste el proyecto?</a:t>
            </a:r>
          </a:p>
          <a:p>
            <a:pPr>
              <a:spcAft>
                <a:spcPts val="1200"/>
              </a:spcAft>
            </a:pPr>
            <a:r>
              <a:rPr lang="es-CO" dirty="0" smtClean="0">
                <a:solidFill>
                  <a:schemeClr val="bg1"/>
                </a:solidFill>
              </a:rPr>
              <a:t>Desarrollo del proyecto</a:t>
            </a:r>
          </a:p>
          <a:p>
            <a:pPr>
              <a:spcAft>
                <a:spcPts val="1200"/>
              </a:spcAft>
            </a:pPr>
            <a:r>
              <a:rPr lang="es-CO" dirty="0" smtClean="0">
                <a:solidFill>
                  <a:schemeClr val="bg1"/>
                </a:solidFill>
              </a:rPr>
              <a:t>Trabajo Futuro e Impacto Esperado</a:t>
            </a:r>
          </a:p>
          <a:p>
            <a:pPr>
              <a:spcAft>
                <a:spcPts val="1200"/>
              </a:spcAft>
            </a:pPr>
            <a:endParaRPr lang="es-CO" dirty="0" smtClean="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9"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1000" fill="hold"/>
                                        <p:tgtEl>
                                          <p:spTgt spid="4"/>
                                        </p:tgtEl>
                                        <p:attrNameLst>
                                          <p:attrName>ppt_x</p:attrName>
                                        </p:attrNameLst>
                                      </p:cBhvr>
                                      <p:tavLst>
                                        <p:tav tm="0">
                                          <p:val>
                                            <p:strVal val="#ppt_x-.2"/>
                                          </p:val>
                                        </p:tav>
                                        <p:tav tm="100000">
                                          <p:val>
                                            <p:strVal val="#ppt_x"/>
                                          </p:val>
                                        </p:tav>
                                      </p:tavLst>
                                    </p:anim>
                                    <p:anim calcmode="lin" valueType="num">
                                      <p:cBhvr>
                                        <p:cTn id="8" dur="1000" fill="hold"/>
                                        <p:tgtEl>
                                          <p:spTgt spid="4"/>
                                        </p:tgtEl>
                                        <p:attrNameLst>
                                          <p:attrName>ppt_y</p:attrName>
                                        </p:attrNameLst>
                                      </p:cBhvr>
                                      <p:tavLst>
                                        <p:tav tm="0">
                                          <p:val>
                                            <p:strVal val="#ppt_y"/>
                                          </p:val>
                                        </p:tav>
                                        <p:tav tm="100000">
                                          <p:val>
                                            <p:strVal val="#ppt_y"/>
                                          </p:val>
                                        </p:tav>
                                      </p:tavLst>
                                    </p:anim>
                                    <p:animEffect transition="in" filter="wipe(right)" prLst="gradientSize: 0.1">
                                      <p:cBhvr>
                                        <p:cTn id="9" dur="1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339" name="Picture 3"/>
          <p:cNvPicPr>
            <a:picLocks noChangeAspect="1" noChangeArrowheads="1"/>
          </p:cNvPicPr>
          <p:nvPr/>
        </p:nvPicPr>
        <p:blipFill>
          <a:blip r:embed="rId2" cstate="print"/>
          <a:srcRect/>
          <a:stretch>
            <a:fillRect/>
          </a:stretch>
        </p:blipFill>
        <p:spPr bwMode="auto">
          <a:xfrm>
            <a:off x="3143248" y="6715140"/>
            <a:ext cx="1019937" cy="1000132"/>
          </a:xfrm>
          <a:prstGeom prst="rect">
            <a:avLst/>
          </a:prstGeom>
          <a:noFill/>
          <a:ln w="9525">
            <a:noFill/>
            <a:miter lim="800000"/>
            <a:headEnd/>
            <a:tailEnd/>
          </a:ln>
        </p:spPr>
      </p:pic>
      <p:sp>
        <p:nvSpPr>
          <p:cNvPr id="2" name="1 Título"/>
          <p:cNvSpPr>
            <a:spLocks noGrp="1"/>
          </p:cNvSpPr>
          <p:nvPr>
            <p:ph type="title"/>
          </p:nvPr>
        </p:nvSpPr>
        <p:spPr/>
        <p:txBody>
          <a:bodyPr/>
          <a:lstStyle/>
          <a:p>
            <a:pPr algn="r"/>
            <a:r>
              <a:rPr lang="es-CO" dirty="0" smtClean="0">
                <a:solidFill>
                  <a:schemeClr val="accent1">
                    <a:lumMod val="50000"/>
                  </a:schemeClr>
                </a:solidFill>
              </a:rPr>
              <a:t>¿En qué consiste el proyecto?</a:t>
            </a:r>
            <a:endParaRPr lang="es-CO" dirty="0">
              <a:solidFill>
                <a:schemeClr val="accent1">
                  <a:lumMod val="50000"/>
                </a:schemeClr>
              </a:solidFill>
            </a:endParaRPr>
          </a:p>
        </p:txBody>
      </p:sp>
      <p:pic>
        <p:nvPicPr>
          <p:cNvPr id="5" name="Picture 3" descr="C:\Users\CAROLINA\AppData\Local\Microsoft\Windows\Temporary Internet Files\Content.IE5\Q91GYXXF\MCj04283650000[1].wmf"/>
          <p:cNvPicPr>
            <a:picLocks noChangeAspect="1" noChangeArrowheads="1"/>
          </p:cNvPicPr>
          <p:nvPr/>
        </p:nvPicPr>
        <p:blipFill>
          <a:blip r:embed="rId3" cstate="print"/>
          <a:srcRect l="20089" t="23852" r="9598" b="60247"/>
          <a:stretch>
            <a:fillRect/>
          </a:stretch>
        </p:blipFill>
        <p:spPr bwMode="auto">
          <a:xfrm>
            <a:off x="5143512" y="8215339"/>
            <a:ext cx="1000132" cy="285752"/>
          </a:xfrm>
          <a:prstGeom prst="rect">
            <a:avLst/>
          </a:prstGeom>
          <a:noFill/>
        </p:spPr>
      </p:pic>
      <p:sp>
        <p:nvSpPr>
          <p:cNvPr id="8" name="7 Marcador de contenido"/>
          <p:cNvSpPr>
            <a:spLocks noGrp="1"/>
          </p:cNvSpPr>
          <p:nvPr>
            <p:ph idx="1"/>
          </p:nvPr>
        </p:nvSpPr>
        <p:spPr>
          <a:xfrm>
            <a:off x="342900" y="2071671"/>
            <a:ext cx="5157802" cy="5286412"/>
          </a:xfrm>
        </p:spPr>
        <p:txBody>
          <a:bodyPr>
            <a:normAutofit/>
          </a:bodyPr>
          <a:lstStyle/>
          <a:p>
            <a:pPr>
              <a:buNone/>
            </a:pPr>
            <a:r>
              <a:rPr lang="es-CO" sz="2200" dirty="0" smtClean="0">
                <a:solidFill>
                  <a:schemeClr val="bg1"/>
                </a:solidFill>
              </a:rPr>
              <a:t>    </a:t>
            </a:r>
          </a:p>
          <a:p>
            <a:pPr algn="just">
              <a:buNone/>
            </a:pPr>
            <a:r>
              <a:rPr lang="es-CO" sz="2200" dirty="0" smtClean="0">
                <a:solidFill>
                  <a:schemeClr val="bg1"/>
                </a:solidFill>
              </a:rPr>
              <a:t>     Consiste en desarrollar un aplicativo web fundamentado en la actividad lúdico-académica </a:t>
            </a:r>
            <a:r>
              <a:rPr lang="es-CO" sz="2200" dirty="0" err="1" smtClean="0">
                <a:solidFill>
                  <a:schemeClr val="bg1"/>
                </a:solidFill>
              </a:rPr>
              <a:t>Fish</a:t>
            </a:r>
            <a:r>
              <a:rPr lang="es-CO" sz="2200" dirty="0" smtClean="0">
                <a:solidFill>
                  <a:schemeClr val="bg1"/>
                </a:solidFill>
              </a:rPr>
              <a:t> Bank, que permita su ejecución en un ambiente virtual </a:t>
            </a:r>
            <a:r>
              <a:rPr lang="es-CO" sz="2200" dirty="0" err="1" smtClean="0">
                <a:solidFill>
                  <a:schemeClr val="bg1"/>
                </a:solidFill>
              </a:rPr>
              <a:t>several</a:t>
            </a:r>
            <a:r>
              <a:rPr lang="es-CO" sz="2200" dirty="0" smtClean="0">
                <a:solidFill>
                  <a:schemeClr val="bg1"/>
                </a:solidFill>
              </a:rPr>
              <a:t> </a:t>
            </a:r>
            <a:r>
              <a:rPr lang="es-CO" sz="2200" dirty="0" err="1" smtClean="0">
                <a:solidFill>
                  <a:schemeClr val="bg1"/>
                </a:solidFill>
              </a:rPr>
              <a:t>players</a:t>
            </a:r>
            <a:r>
              <a:rPr lang="es-CO" sz="2200" dirty="0" smtClean="0">
                <a:solidFill>
                  <a:schemeClr val="bg1"/>
                </a:solidFill>
              </a:rPr>
              <a:t>.</a:t>
            </a:r>
          </a:p>
          <a:p>
            <a:pPr>
              <a:buNone/>
            </a:pPr>
            <a:endParaRPr lang="es-CO" sz="2200" dirty="0" smtClean="0">
              <a:solidFill>
                <a:schemeClr val="bg1"/>
              </a:solidFill>
            </a:endParaRPr>
          </a:p>
          <a:p>
            <a:pPr>
              <a:buNone/>
            </a:pPr>
            <a:r>
              <a:rPr lang="es-CO" sz="2200" dirty="0" smtClean="0">
                <a:solidFill>
                  <a:schemeClr val="bg1"/>
                </a:solidFill>
              </a:rPr>
              <a:t>     Apoyados en:</a:t>
            </a:r>
          </a:p>
          <a:p>
            <a:pPr>
              <a:buNone/>
            </a:pPr>
            <a:endParaRPr lang="es-CO" sz="2200" dirty="0" smtClean="0">
              <a:solidFill>
                <a:schemeClr val="bg1"/>
              </a:solidFill>
            </a:endParaRPr>
          </a:p>
          <a:p>
            <a:r>
              <a:rPr lang="es-CO" sz="2200" dirty="0" smtClean="0">
                <a:solidFill>
                  <a:schemeClr val="bg1"/>
                </a:solidFill>
              </a:rPr>
              <a:t>PHP® y </a:t>
            </a:r>
            <a:r>
              <a:rPr lang="es-CO" sz="2200" dirty="0" err="1" smtClean="0">
                <a:solidFill>
                  <a:schemeClr val="bg1"/>
                </a:solidFill>
              </a:rPr>
              <a:t>MySQL</a:t>
            </a:r>
            <a:r>
              <a:rPr lang="es-CO" sz="2200" dirty="0" smtClean="0">
                <a:solidFill>
                  <a:schemeClr val="bg1"/>
                </a:solidFill>
              </a:rPr>
              <a:t>®</a:t>
            </a:r>
          </a:p>
          <a:p>
            <a:r>
              <a:rPr lang="es-CO" sz="2200" dirty="0" smtClean="0">
                <a:solidFill>
                  <a:schemeClr val="bg1"/>
                </a:solidFill>
              </a:rPr>
              <a:t>Dinámica de Sistemas</a:t>
            </a:r>
          </a:p>
          <a:p>
            <a:endParaRPr lang="es-CO" sz="2200" dirty="0">
              <a:solidFill>
                <a:schemeClr val="bg1"/>
              </a:solidFill>
            </a:endParaRPr>
          </a:p>
        </p:txBody>
      </p:sp>
      <p:pic>
        <p:nvPicPr>
          <p:cNvPr id="9" name="Picture 3" descr="C:\Users\CAROLINA\AppData\Local\Microsoft\Windows\Temporary Internet Files\Content.IE5\Q91GYXXF\MCj04283650000[1].wmf"/>
          <p:cNvPicPr>
            <a:picLocks noChangeAspect="1" noChangeArrowheads="1"/>
          </p:cNvPicPr>
          <p:nvPr/>
        </p:nvPicPr>
        <p:blipFill>
          <a:blip r:embed="rId3" cstate="print"/>
          <a:srcRect r="44754" b="68198"/>
          <a:stretch>
            <a:fillRect/>
          </a:stretch>
        </p:blipFill>
        <p:spPr bwMode="auto">
          <a:xfrm>
            <a:off x="4857761" y="7786711"/>
            <a:ext cx="785818" cy="571504"/>
          </a:xfrm>
          <a:prstGeom prst="rect">
            <a:avLst/>
          </a:prstGeom>
          <a:noFill/>
        </p:spPr>
      </p:pic>
      <p:pic>
        <p:nvPicPr>
          <p:cNvPr id="10" name="Picture 3" descr="C:\Users\CAROLINA\AppData\Local\Microsoft\Windows\Temporary Internet Files\Content.IE5\Q91GYXXF\MCj04283650000[1].wmf"/>
          <p:cNvPicPr>
            <a:picLocks noChangeAspect="1" noChangeArrowheads="1"/>
          </p:cNvPicPr>
          <p:nvPr/>
        </p:nvPicPr>
        <p:blipFill>
          <a:blip r:embed="rId3" cstate="print"/>
          <a:srcRect l="20089" t="23852" r="9598" b="60247"/>
          <a:stretch>
            <a:fillRect/>
          </a:stretch>
        </p:blipFill>
        <p:spPr bwMode="auto">
          <a:xfrm>
            <a:off x="2428869" y="8286776"/>
            <a:ext cx="1000132" cy="285752"/>
          </a:xfrm>
          <a:prstGeom prst="rect">
            <a:avLst/>
          </a:prstGeom>
          <a:noFill/>
        </p:spPr>
      </p:pic>
      <p:pic>
        <p:nvPicPr>
          <p:cNvPr id="12" name="Picture 3" descr="C:\Users\CAROLINA\AppData\Local\Microsoft\Windows\Temporary Internet Files\Content.IE5\Q91GYXXF\MCj04283650000[1].wmf"/>
          <p:cNvPicPr>
            <a:picLocks noChangeAspect="1" noChangeArrowheads="1"/>
          </p:cNvPicPr>
          <p:nvPr/>
        </p:nvPicPr>
        <p:blipFill>
          <a:blip r:embed="rId3" cstate="print"/>
          <a:srcRect l="20089" t="23852" r="9598" b="60247"/>
          <a:stretch>
            <a:fillRect/>
          </a:stretch>
        </p:blipFill>
        <p:spPr bwMode="auto">
          <a:xfrm>
            <a:off x="5643579" y="8143900"/>
            <a:ext cx="1000132" cy="285752"/>
          </a:xfrm>
          <a:prstGeom prst="rect">
            <a:avLst/>
          </a:prstGeom>
          <a:noFill/>
        </p:spPr>
      </p:pic>
      <p:pic>
        <p:nvPicPr>
          <p:cNvPr id="11" name="Picture 4" descr="C:\Users\CAROLINA\AppData\Local\Microsoft\Windows\Temporary Internet Files\Content.IE5\Q91GYXXF\MCj04283870000[1].wmf"/>
          <p:cNvPicPr>
            <a:picLocks noChangeAspect="1" noChangeArrowheads="1"/>
          </p:cNvPicPr>
          <p:nvPr/>
        </p:nvPicPr>
        <p:blipFill>
          <a:blip r:embed="rId4" cstate="print"/>
          <a:srcRect/>
          <a:stretch>
            <a:fillRect/>
          </a:stretch>
        </p:blipFill>
        <p:spPr bwMode="auto">
          <a:xfrm rot="2794162">
            <a:off x="5579359" y="7410326"/>
            <a:ext cx="740285" cy="928694"/>
          </a:xfrm>
          <a:prstGeom prst="rect">
            <a:avLst/>
          </a:prstGeom>
          <a:noFill/>
        </p:spPr>
      </p:pic>
      <p:pic>
        <p:nvPicPr>
          <p:cNvPr id="13" name="Picture 3" descr="C:\Users\CAROLINA\AppData\Local\Microsoft\Windows\Temporary Internet Files\Content.IE5\Q91GYXXF\MCj04283650000[1].wmf"/>
          <p:cNvPicPr>
            <a:picLocks noChangeAspect="1" noChangeArrowheads="1"/>
          </p:cNvPicPr>
          <p:nvPr/>
        </p:nvPicPr>
        <p:blipFill>
          <a:blip r:embed="rId3" cstate="print"/>
          <a:srcRect l="20089" t="23852" r="9598" b="60247"/>
          <a:stretch>
            <a:fillRect/>
          </a:stretch>
        </p:blipFill>
        <p:spPr bwMode="auto">
          <a:xfrm>
            <a:off x="3429000" y="8296300"/>
            <a:ext cx="1000132" cy="285752"/>
          </a:xfrm>
          <a:prstGeom prst="rect">
            <a:avLst/>
          </a:prstGeom>
          <a:noFill/>
        </p:spPr>
      </p:pic>
      <p:pic>
        <p:nvPicPr>
          <p:cNvPr id="14338" name="Picture 2" descr="http://www.systemdynamics.org/newsletters/2009-06jun/isee-systems-logo.jpg"/>
          <p:cNvPicPr>
            <a:picLocks noChangeAspect="1" noChangeArrowheads="1"/>
          </p:cNvPicPr>
          <p:nvPr/>
        </p:nvPicPr>
        <p:blipFill>
          <a:blip r:embed="rId5" cstate="print"/>
          <a:srcRect/>
          <a:stretch>
            <a:fillRect/>
          </a:stretch>
        </p:blipFill>
        <p:spPr bwMode="auto">
          <a:xfrm>
            <a:off x="642918" y="6858016"/>
            <a:ext cx="2071702" cy="632499"/>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remove"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slide(fromBottom)">
                                      <p:cBhvr>
                                        <p:cTn id="7" dur="1000"/>
                                        <p:tgtEl>
                                          <p:spTgt spid="5"/>
                                        </p:tgtEl>
                                      </p:cBhvr>
                                    </p:animEffect>
                                  </p:childTnLst>
                                  <p:subTnLst>
                                    <p:set>
                                      <p:cBhvr override="childStyle">
                                        <p:cTn dur="1" fill="hold" display="0" masterRel="sameClick" afterEffect="1">
                                          <p:stCondLst>
                                            <p:cond evt="end" delay="0">
                                              <p:tn val="5"/>
                                            </p:cond>
                                          </p:stCondLst>
                                        </p:cTn>
                                        <p:tgtEl>
                                          <p:spTgt spid="5"/>
                                        </p:tgtEl>
                                        <p:attrNameLst>
                                          <p:attrName>style.visibility</p:attrName>
                                        </p:attrNameLst>
                                      </p:cBhvr>
                                      <p:to>
                                        <p:strVal val="hidden"/>
                                      </p:to>
                                    </p:set>
                                  </p:subTnLst>
                                </p:cTn>
                              </p:par>
                              <p:par>
                                <p:cTn id="8" presetID="12" presetClass="entr" presetSubtype="4" fill="hold"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slide(fromBottom)">
                                      <p:cBhvr>
                                        <p:cTn id="10" dur="1000"/>
                                        <p:tgtEl>
                                          <p:spTgt spid="9"/>
                                        </p:tgtEl>
                                      </p:cBhvr>
                                    </p:animEffect>
                                  </p:childTnLst>
                                </p:cTn>
                              </p:par>
                            </p:childTnLst>
                          </p:cTn>
                        </p:par>
                        <p:par>
                          <p:cTn id="11" fill="hold">
                            <p:stCondLst>
                              <p:cond delay="1000"/>
                            </p:stCondLst>
                            <p:childTnLst>
                              <p:par>
                                <p:cTn id="12" presetID="0" presetClass="path" presetSubtype="0" accel="50000" decel="50000" fill="hold" nodeType="afterEffect">
                                  <p:stCondLst>
                                    <p:cond delay="0"/>
                                  </p:stCondLst>
                                  <p:childTnLst>
                                    <p:animMotion origin="layout" path="M -0.0208 0.00903 C -0.09364 -0.05312 -0.16647 -0.1151 -0.22289 -0.11354 C -0.2793 -0.11163 -0.3378 -0.00208 -0.35953 0.02066 " pathEditMode="relative" rAng="0" ptsTypes="aaA">
                                      <p:cBhvr>
                                        <p:cTn id="13" dur="2000" fill="hold"/>
                                        <p:tgtEl>
                                          <p:spTgt spid="9"/>
                                        </p:tgtEl>
                                        <p:attrNameLst>
                                          <p:attrName>ppt_x</p:attrName>
                                          <p:attrName>ppt_y</p:attrName>
                                        </p:attrNameLst>
                                      </p:cBhvr>
                                      <p:rCtr x="-169" y="-56"/>
                                    </p:animMotion>
                                  </p:childTnLst>
                                  <p:subTnLst>
                                    <p:set>
                                      <p:cBhvr override="childStyle">
                                        <p:cTn dur="1" fill="hold" display="0" masterRel="sameClick" afterEffect="1">
                                          <p:stCondLst>
                                            <p:cond evt="end" delay="0">
                                              <p:tn val="12"/>
                                            </p:cond>
                                          </p:stCondLst>
                                        </p:cTn>
                                        <p:tgtEl>
                                          <p:spTgt spid="9"/>
                                        </p:tgtEl>
                                        <p:attrNameLst>
                                          <p:attrName>style.visibility</p:attrName>
                                        </p:attrNameLst>
                                      </p:cBhvr>
                                      <p:to>
                                        <p:strVal val="hidden"/>
                                      </p:to>
                                    </p:set>
                                  </p:subTnLst>
                                </p:cTn>
                              </p:par>
                            </p:childTnLst>
                          </p:cTn>
                        </p:par>
                        <p:par>
                          <p:cTn id="14" fill="hold">
                            <p:stCondLst>
                              <p:cond delay="3000"/>
                            </p:stCondLst>
                            <p:childTnLst>
                              <p:par>
                                <p:cTn id="15" presetID="11" presetClass="entr" presetSubtype="0" fill="hold" nodeType="afterEffect">
                                  <p:stCondLst>
                                    <p:cond delay="0"/>
                                  </p:stCondLst>
                                  <p:childTnLst>
                                    <p:set>
                                      <p:cBhvr>
                                        <p:cTn id="16" dur="1000">
                                          <p:stCondLst>
                                            <p:cond delay="0"/>
                                          </p:stCondLst>
                                        </p:cTn>
                                        <p:tgtEl>
                                          <p:spTgt spid="10"/>
                                        </p:tgtEl>
                                        <p:attrNameLst>
                                          <p:attrName>style.visibility</p:attrName>
                                        </p:attrNameLst>
                                      </p:cBhvr>
                                      <p:to>
                                        <p:strVal val="visible"/>
                                      </p:to>
                                    </p:set>
                                  </p:childTnLst>
                                  <p:subTnLst>
                                    <p:set>
                                      <p:cBhvr override="childStyle">
                                        <p:cTn dur="1" fill="hold" display="0" masterRel="sameClick" afterEffect="1">
                                          <p:stCondLst>
                                            <p:cond evt="end" delay="0">
                                              <p:tn val="15"/>
                                            </p:cond>
                                          </p:stCondLst>
                                        </p:cTn>
                                        <p:tgtEl>
                                          <p:spTgt spid="10"/>
                                        </p:tgtEl>
                                        <p:attrNameLst>
                                          <p:attrName>style.visibility</p:attrName>
                                        </p:attrNameLst>
                                      </p:cBhvr>
                                      <p:to>
                                        <p:strVal val="hidden"/>
                                      </p:to>
                                    </p:set>
                                  </p:subTnLst>
                                </p:cTn>
                              </p:par>
                              <p:par>
                                <p:cTn id="17" presetID="12" presetClass="entr" presetSubtype="4" fill="hold" nodeType="with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slide(fromBottom)">
                                      <p:cBhvr>
                                        <p:cTn id="19" dur="1000"/>
                                        <p:tgtEl>
                                          <p:spTgt spid="11"/>
                                        </p:tgtEl>
                                      </p:cBhvr>
                                    </p:animEffect>
                                  </p:childTnLst>
                                </p:cTn>
                              </p:par>
                              <p:par>
                                <p:cTn id="20" presetID="11" presetClass="entr" presetSubtype="0" fill="hold" nodeType="withEffect">
                                  <p:stCondLst>
                                    <p:cond delay="0"/>
                                  </p:stCondLst>
                                  <p:childTnLst>
                                    <p:set>
                                      <p:cBhvr>
                                        <p:cTn id="21" dur="900">
                                          <p:stCondLst>
                                            <p:cond delay="0"/>
                                          </p:stCondLst>
                                        </p:cTn>
                                        <p:tgtEl>
                                          <p:spTgt spid="12"/>
                                        </p:tgtEl>
                                        <p:attrNameLst>
                                          <p:attrName>style.visibility</p:attrName>
                                        </p:attrNameLst>
                                      </p:cBhvr>
                                      <p:to>
                                        <p:strVal val="visible"/>
                                      </p:to>
                                    </p:set>
                                  </p:childTnLst>
                                  <p:subTnLst>
                                    <p:set>
                                      <p:cBhvr override="childStyle">
                                        <p:cTn dur="1" fill="hold" display="0" masterRel="sameClick" afterEffect="1">
                                          <p:stCondLst>
                                            <p:cond evt="end" delay="0">
                                              <p:tn val="20"/>
                                            </p:cond>
                                          </p:stCondLst>
                                        </p:cTn>
                                        <p:tgtEl>
                                          <p:spTgt spid="12"/>
                                        </p:tgtEl>
                                        <p:attrNameLst>
                                          <p:attrName>style.visibility</p:attrName>
                                        </p:attrNameLst>
                                      </p:cBhvr>
                                      <p:to>
                                        <p:strVal val="hidden"/>
                                      </p:to>
                                    </p:set>
                                  </p:subTnLst>
                                </p:cTn>
                              </p:par>
                            </p:childTnLst>
                          </p:cTn>
                        </p:par>
                        <p:par>
                          <p:cTn id="22" fill="hold">
                            <p:stCondLst>
                              <p:cond delay="4000"/>
                            </p:stCondLst>
                            <p:childTnLst>
                              <p:par>
                                <p:cTn id="23" presetID="0" presetClass="path" presetSubtype="0" accel="50000" decel="50000" fill="hold" nodeType="afterEffect">
                                  <p:stCondLst>
                                    <p:cond delay="0"/>
                                  </p:stCondLst>
                                  <p:childTnLst>
                                    <p:animMotion origin="layout" path="M 4.33526E-6 5E-6 C -0.04232 -0.05191 -0.08463 -0.10382 -0.13827 -0.09445 C -0.19191 -0.08507 -0.25688 -0.01424 -0.32162 0.0566 " pathEditMode="relative" ptsTypes="aaA">
                                      <p:cBhvr>
                                        <p:cTn id="24" dur="2000" fill="hold"/>
                                        <p:tgtEl>
                                          <p:spTgt spid="11"/>
                                        </p:tgtEl>
                                        <p:attrNameLst>
                                          <p:attrName>ppt_x</p:attrName>
                                          <p:attrName>ppt_y</p:attrName>
                                        </p:attrNameLst>
                                      </p:cBhvr>
                                    </p:animMotion>
                                  </p:childTnLst>
                                  <p:subTnLst>
                                    <p:set>
                                      <p:cBhvr override="childStyle">
                                        <p:cTn dur="1" fill="hold" display="0" masterRel="sameClick" afterEffect="1">
                                          <p:stCondLst>
                                            <p:cond evt="end" delay="0">
                                              <p:tn val="23"/>
                                            </p:cond>
                                          </p:stCondLst>
                                        </p:cTn>
                                        <p:tgtEl>
                                          <p:spTgt spid="11"/>
                                        </p:tgtEl>
                                        <p:attrNameLst>
                                          <p:attrName>style.visibility</p:attrName>
                                        </p:attrNameLst>
                                      </p:cBhvr>
                                      <p:to>
                                        <p:strVal val="hidden"/>
                                      </p:to>
                                    </p:set>
                                  </p:subTnLst>
                                </p:cTn>
                              </p:par>
                            </p:childTnLst>
                          </p:cTn>
                        </p:par>
                        <p:par>
                          <p:cTn id="25" fill="hold">
                            <p:stCondLst>
                              <p:cond delay="6000"/>
                            </p:stCondLst>
                            <p:childTnLst>
                              <p:par>
                                <p:cTn id="26" presetID="11" presetClass="entr" presetSubtype="0" fill="hold" nodeType="afterEffect">
                                  <p:stCondLst>
                                    <p:cond delay="0"/>
                                  </p:stCondLst>
                                  <p:childTnLst>
                                    <p:set>
                                      <p:cBhvr>
                                        <p:cTn id="27" dur="1000">
                                          <p:stCondLst>
                                            <p:cond delay="0"/>
                                          </p:stCondLst>
                                        </p:cTn>
                                        <p:tgtEl>
                                          <p:spTgt spid="13"/>
                                        </p:tgtEl>
                                        <p:attrNameLst>
                                          <p:attrName>style.visibility</p:attrName>
                                        </p:attrNameLst>
                                      </p:cBhvr>
                                      <p:to>
                                        <p:strVal val="visible"/>
                                      </p:to>
                                    </p:set>
                                  </p:childTnLst>
                                  <p:subTnLst>
                                    <p:set>
                                      <p:cBhvr override="childStyle">
                                        <p:cTn dur="1" fill="hold" display="0" masterRel="sameClick" afterEffect="1">
                                          <p:stCondLst>
                                            <p:cond evt="end" delay="0">
                                              <p:tn val="26"/>
                                            </p:cond>
                                          </p:stCondLst>
                                        </p:cTn>
                                        <p:tgtEl>
                                          <p:spTgt spid="13"/>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3 Rectángulo redondeado"/>
          <p:cNvSpPr/>
          <p:nvPr/>
        </p:nvSpPr>
        <p:spPr>
          <a:xfrm>
            <a:off x="928670" y="5072067"/>
            <a:ext cx="4429156" cy="642941"/>
          </a:xfrm>
          <a:prstGeom prst="round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2" name="1 Título"/>
          <p:cNvSpPr>
            <a:spLocks noGrp="1"/>
          </p:cNvSpPr>
          <p:nvPr>
            <p:ph type="title"/>
          </p:nvPr>
        </p:nvSpPr>
        <p:spPr/>
        <p:txBody>
          <a:bodyPr/>
          <a:lstStyle/>
          <a:p>
            <a:pPr algn="r"/>
            <a:r>
              <a:rPr lang="es-CO" dirty="0" smtClean="0">
                <a:solidFill>
                  <a:schemeClr val="accent1">
                    <a:lumMod val="50000"/>
                  </a:schemeClr>
                </a:solidFill>
              </a:rPr>
              <a:t>Contenido</a:t>
            </a:r>
            <a:endParaRPr lang="es-CO" dirty="0">
              <a:solidFill>
                <a:schemeClr val="accent1">
                  <a:lumMod val="50000"/>
                </a:schemeClr>
              </a:solidFill>
            </a:endParaRPr>
          </a:p>
        </p:txBody>
      </p:sp>
      <p:sp>
        <p:nvSpPr>
          <p:cNvPr id="3" name="2 Marcador de contenido"/>
          <p:cNvSpPr>
            <a:spLocks noGrp="1"/>
          </p:cNvSpPr>
          <p:nvPr>
            <p:ph idx="1"/>
          </p:nvPr>
        </p:nvSpPr>
        <p:spPr>
          <a:xfrm>
            <a:off x="500042" y="2500298"/>
            <a:ext cx="6000792" cy="5429288"/>
          </a:xfrm>
        </p:spPr>
        <p:txBody>
          <a:bodyPr>
            <a:normAutofit/>
          </a:bodyPr>
          <a:lstStyle/>
          <a:p>
            <a:pPr>
              <a:spcAft>
                <a:spcPts val="1200"/>
              </a:spcAft>
            </a:pPr>
            <a:r>
              <a:rPr lang="es-CO" dirty="0" smtClean="0">
                <a:solidFill>
                  <a:schemeClr val="bg1"/>
                </a:solidFill>
              </a:rPr>
              <a:t>Objetivos</a:t>
            </a:r>
          </a:p>
          <a:p>
            <a:pPr>
              <a:spcAft>
                <a:spcPts val="1200"/>
              </a:spcAft>
            </a:pPr>
            <a:r>
              <a:rPr lang="es-CO" dirty="0" smtClean="0">
                <a:solidFill>
                  <a:schemeClr val="bg1"/>
                </a:solidFill>
              </a:rPr>
              <a:t>Idea del proyecto</a:t>
            </a:r>
          </a:p>
          <a:p>
            <a:pPr>
              <a:spcAft>
                <a:spcPts val="1200"/>
              </a:spcAft>
            </a:pPr>
            <a:r>
              <a:rPr lang="es-CO" dirty="0" smtClean="0">
                <a:solidFill>
                  <a:schemeClr val="bg1"/>
                </a:solidFill>
              </a:rPr>
              <a:t>¿En qué consiste el proyecto?</a:t>
            </a:r>
          </a:p>
          <a:p>
            <a:pPr>
              <a:spcAft>
                <a:spcPts val="1200"/>
              </a:spcAft>
            </a:pPr>
            <a:r>
              <a:rPr lang="es-CO" dirty="0" smtClean="0">
                <a:solidFill>
                  <a:schemeClr val="bg1"/>
                </a:solidFill>
              </a:rPr>
              <a:t>Desarrollo del proyecto</a:t>
            </a:r>
          </a:p>
          <a:p>
            <a:pPr>
              <a:spcAft>
                <a:spcPts val="1200"/>
              </a:spcAft>
            </a:pPr>
            <a:r>
              <a:rPr lang="es-CO" dirty="0" smtClean="0">
                <a:solidFill>
                  <a:schemeClr val="bg1"/>
                </a:solidFill>
              </a:rPr>
              <a:t>Trabajo Futuro e Impacto Esperado</a:t>
            </a:r>
          </a:p>
          <a:p>
            <a:pPr>
              <a:spcAft>
                <a:spcPts val="1200"/>
              </a:spcAft>
            </a:pPr>
            <a:endParaRPr lang="es-CO" dirty="0" smtClean="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9"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1000" fill="hold"/>
                                        <p:tgtEl>
                                          <p:spTgt spid="4"/>
                                        </p:tgtEl>
                                        <p:attrNameLst>
                                          <p:attrName>ppt_x</p:attrName>
                                        </p:attrNameLst>
                                      </p:cBhvr>
                                      <p:tavLst>
                                        <p:tav tm="0">
                                          <p:val>
                                            <p:strVal val="#ppt_x-.2"/>
                                          </p:val>
                                        </p:tav>
                                        <p:tav tm="100000">
                                          <p:val>
                                            <p:strVal val="#ppt_x"/>
                                          </p:val>
                                        </p:tav>
                                      </p:tavLst>
                                    </p:anim>
                                    <p:anim calcmode="lin" valueType="num">
                                      <p:cBhvr>
                                        <p:cTn id="8" dur="1000" fill="hold"/>
                                        <p:tgtEl>
                                          <p:spTgt spid="4"/>
                                        </p:tgtEl>
                                        <p:attrNameLst>
                                          <p:attrName>ppt_y</p:attrName>
                                        </p:attrNameLst>
                                      </p:cBhvr>
                                      <p:tavLst>
                                        <p:tav tm="0">
                                          <p:val>
                                            <p:strVal val="#ppt_y"/>
                                          </p:val>
                                        </p:tav>
                                        <p:tav tm="100000">
                                          <p:val>
                                            <p:strVal val="#ppt_y"/>
                                          </p:val>
                                        </p:tav>
                                      </p:tavLst>
                                    </p:anim>
                                    <p:animEffect transition="in" filter="wipe(right)" prLst="gradientSize: 0.1">
                                      <p:cBhvr>
                                        <p:cTn id="9" dur="1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342900" y="142844"/>
            <a:ext cx="6172200" cy="1865376"/>
          </a:xfrm>
        </p:spPr>
        <p:txBody>
          <a:bodyPr/>
          <a:lstStyle/>
          <a:p>
            <a:pPr algn="r"/>
            <a:r>
              <a:rPr lang="es-CO" dirty="0" smtClean="0">
                <a:solidFill>
                  <a:schemeClr val="accent1">
                    <a:lumMod val="50000"/>
                  </a:schemeClr>
                </a:solidFill>
              </a:rPr>
              <a:t>Desarrollo del Proyecto</a:t>
            </a:r>
            <a:endParaRPr lang="es-CO" dirty="0">
              <a:solidFill>
                <a:schemeClr val="accent1">
                  <a:lumMod val="50000"/>
                </a:schemeClr>
              </a:solidFill>
            </a:endParaRPr>
          </a:p>
        </p:txBody>
      </p:sp>
      <p:sp>
        <p:nvSpPr>
          <p:cNvPr id="3" name="2 Marcador de contenido"/>
          <p:cNvSpPr>
            <a:spLocks noGrp="1"/>
          </p:cNvSpPr>
          <p:nvPr>
            <p:ph idx="1"/>
          </p:nvPr>
        </p:nvSpPr>
        <p:spPr>
          <a:xfrm>
            <a:off x="142852" y="1762148"/>
            <a:ext cx="6172200" cy="6096000"/>
          </a:xfrm>
        </p:spPr>
        <p:txBody>
          <a:bodyPr>
            <a:normAutofit lnSpcReduction="10000"/>
          </a:bodyPr>
          <a:lstStyle/>
          <a:p>
            <a:pPr algn="just"/>
            <a:r>
              <a:rPr lang="es-CO" sz="2400" dirty="0" smtClean="0">
                <a:solidFill>
                  <a:schemeClr val="bg1"/>
                </a:solidFill>
              </a:rPr>
              <a:t>Revisión bibliográfica con el fin de encontrar los elementos que potencian el aprendizaje en un videojuego.</a:t>
            </a:r>
          </a:p>
          <a:p>
            <a:pPr>
              <a:buNone/>
            </a:pPr>
            <a:endParaRPr lang="es-CO" sz="2400" dirty="0" smtClean="0">
              <a:solidFill>
                <a:schemeClr val="bg1"/>
              </a:solidFill>
            </a:endParaRPr>
          </a:p>
          <a:p>
            <a:r>
              <a:rPr lang="es-CO" sz="2400" dirty="0" smtClean="0">
                <a:solidFill>
                  <a:schemeClr val="bg1"/>
                </a:solidFill>
              </a:rPr>
              <a:t>Análisis de fortalezas y debilidades del juego </a:t>
            </a:r>
            <a:r>
              <a:rPr lang="es-CO" sz="2400" dirty="0" err="1" smtClean="0">
                <a:solidFill>
                  <a:schemeClr val="bg1"/>
                </a:solidFill>
              </a:rPr>
              <a:t>Fish</a:t>
            </a:r>
            <a:r>
              <a:rPr lang="es-CO" sz="2400" dirty="0" smtClean="0">
                <a:solidFill>
                  <a:schemeClr val="bg1"/>
                </a:solidFill>
              </a:rPr>
              <a:t> Bank.</a:t>
            </a:r>
          </a:p>
          <a:p>
            <a:endParaRPr lang="es-CO" sz="2400" dirty="0" smtClean="0">
              <a:solidFill>
                <a:schemeClr val="bg1"/>
              </a:solidFill>
            </a:endParaRPr>
          </a:p>
          <a:p>
            <a:pPr algn="just"/>
            <a:r>
              <a:rPr lang="es-CO" sz="2400" dirty="0" smtClean="0">
                <a:solidFill>
                  <a:schemeClr val="bg1"/>
                </a:solidFill>
              </a:rPr>
              <a:t>Acercamiento y trabajo de campo en el Golfo de </a:t>
            </a:r>
            <a:r>
              <a:rPr lang="es-CO" sz="2400" dirty="0" err="1" smtClean="0">
                <a:solidFill>
                  <a:schemeClr val="bg1"/>
                </a:solidFill>
              </a:rPr>
              <a:t>Urabá</a:t>
            </a:r>
            <a:r>
              <a:rPr lang="es-CO" sz="2400" dirty="0" smtClean="0">
                <a:solidFill>
                  <a:schemeClr val="bg1"/>
                </a:solidFill>
              </a:rPr>
              <a:t>, zona rica en recurso ictiológico, con el fin de enmarcar el proyecto en una región sensible del país.</a:t>
            </a:r>
          </a:p>
          <a:p>
            <a:pPr>
              <a:buNone/>
            </a:pPr>
            <a:endParaRPr lang="es-CO" sz="2400" dirty="0" smtClean="0">
              <a:solidFill>
                <a:schemeClr val="bg1"/>
              </a:solidFill>
            </a:endParaRPr>
          </a:p>
          <a:p>
            <a:pPr algn="just"/>
            <a:r>
              <a:rPr lang="es-CO" sz="2400" dirty="0" smtClean="0">
                <a:solidFill>
                  <a:schemeClr val="bg1"/>
                </a:solidFill>
              </a:rPr>
              <a:t>Construcción del modelo a partir de dinámica de sistemas.</a:t>
            </a:r>
          </a:p>
        </p:txBody>
      </p:sp>
      <p:pic>
        <p:nvPicPr>
          <p:cNvPr id="1030" name="Picture 6" descr="C:\Users\CAROLINA\AppData\Local\Microsoft\Windows\Temporary Internet Files\Content.IE5\Q91GYXXF\MCj04118680000[1].wmf"/>
          <p:cNvPicPr>
            <a:picLocks noChangeAspect="1" noChangeArrowheads="1"/>
          </p:cNvPicPr>
          <p:nvPr/>
        </p:nvPicPr>
        <p:blipFill>
          <a:blip r:embed="rId2" cstate="print"/>
          <a:srcRect/>
          <a:stretch>
            <a:fillRect/>
          </a:stretch>
        </p:blipFill>
        <p:spPr bwMode="auto">
          <a:xfrm>
            <a:off x="4801551" y="7055825"/>
            <a:ext cx="2056450" cy="2016769"/>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0" presetClass="path" presetSubtype="0" accel="50000" decel="50000" fill="hold" nodeType="withEffect">
                                  <p:stCondLst>
                                    <p:cond delay="0"/>
                                  </p:stCondLst>
                                  <p:childTnLst>
                                    <p:animMotion origin="layout" path="M 2.65896E-6 0.00573 C -0.00694 0.01997 -0.01642 0.03351 -0.03468 0.03351 C -0.05549 0.03351 -0.06336 0.01979 -0.06937 0.00573 C -0.07838 -0.01007 -0.08532 -0.02587 -0.10821 -0.02587 C -0.12902 -0.02587 -0.13596 -0.01007 -0.1452 0.00573 C -0.15099 0.01997 -0.15908 0.03351 -0.17989 0.03351 C -0.19838 0.03351 -0.20763 0.01997 -0.21457 0.00573 C -0.22151 -0.01007 -0.23099 -0.02587 -0.25249 -0.02587 C -0.27214 -0.02587 -0.28879 0.00573 -0.28879 0.00556 C -0.29573 0.01997 -0.30359 0.03351 -0.32347 0.03351 C -0.34359 0.03351 -0.35052 0.01997 -0.35769 0.00573 C -0.36717 -0.01007 -0.37411 -0.02587 -0.397 -0.02587 C -0.41781 -0.02587 -0.42474 -0.01007 -0.43168 0.00573 C -0.44093 0.01997 -0.44786 0.03351 -0.46867 0.03351 C -0.4874 0.03351 -0.49642 0.01997 -0.50428 0.00573 C -0.51029 -0.01007 -0.51931 -0.02587 -0.54012 -0.02587 C -0.56093 -0.02569 -0.56786 -0.01007 -0.57711 0.00573 " pathEditMode="relative" rAng="10800000" ptsTypes="fffffffffffffffff">
                                      <p:cBhvr>
                                        <p:cTn id="6" dur="5000" fill="hold"/>
                                        <p:tgtEl>
                                          <p:spTgt spid="1030"/>
                                        </p:tgtEl>
                                        <p:attrNameLst>
                                          <p:attrName>ppt_x</p:attrName>
                                          <p:attrName>ppt_y</p:attrName>
                                        </p:attrNameLst>
                                      </p:cBhvr>
                                      <p:rCtr x="-289" y="-2"/>
                                    </p:animMotion>
                                  </p:childTnLst>
                                  <p:subTnLst>
                                    <p:set>
                                      <p:cBhvr override="childStyle">
                                        <p:cTn dur="1" fill="hold" display="0" masterRel="sameClick" afterEffect="1">
                                          <p:stCondLst>
                                            <p:cond evt="end" delay="0">
                                              <p:tn val="5"/>
                                            </p:cond>
                                          </p:stCondLst>
                                        </p:cTn>
                                        <p:tgtEl>
                                          <p:spTgt spid="1030"/>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2" name="Picture 4" descr="http://www.unc.edu/courses/2006spring/span/003/004/Pugsley/images/colombia_map.jpg"/>
          <p:cNvPicPr>
            <a:picLocks noChangeAspect="1" noChangeArrowheads="1"/>
          </p:cNvPicPr>
          <p:nvPr/>
        </p:nvPicPr>
        <p:blipFill>
          <a:blip r:embed="rId2" cstate="print"/>
          <a:srcRect/>
          <a:stretch>
            <a:fillRect/>
          </a:stretch>
        </p:blipFill>
        <p:spPr bwMode="auto">
          <a:xfrm>
            <a:off x="0" y="2786050"/>
            <a:ext cx="6873193" cy="5208591"/>
          </a:xfrm>
          <a:prstGeom prst="rect">
            <a:avLst/>
          </a:prstGeom>
          <a:noFill/>
        </p:spPr>
      </p:pic>
      <p:sp>
        <p:nvSpPr>
          <p:cNvPr id="6" name="1 Título"/>
          <p:cNvSpPr>
            <a:spLocks noGrp="1"/>
          </p:cNvSpPr>
          <p:nvPr>
            <p:ph type="title"/>
          </p:nvPr>
        </p:nvSpPr>
        <p:spPr>
          <a:xfrm>
            <a:off x="357166" y="571472"/>
            <a:ext cx="6172200" cy="1865376"/>
          </a:xfrm>
        </p:spPr>
        <p:txBody>
          <a:bodyPr>
            <a:normAutofit/>
          </a:bodyPr>
          <a:lstStyle/>
          <a:p>
            <a:pPr algn="r"/>
            <a:r>
              <a:rPr lang="es-CO" sz="4000" dirty="0" smtClean="0">
                <a:solidFill>
                  <a:schemeClr val="accent1">
                    <a:lumMod val="50000"/>
                  </a:schemeClr>
                </a:solidFill>
              </a:rPr>
              <a:t>Ubicación Espacio- Geográfica</a:t>
            </a:r>
            <a:endParaRPr lang="es-CO" sz="4000" dirty="0">
              <a:solidFill>
                <a:schemeClr val="accent1">
                  <a:lumMod val="50000"/>
                </a:schemeClr>
              </a:solidFill>
            </a:endParaRPr>
          </a:p>
        </p:txBody>
      </p:sp>
      <p:sp>
        <p:nvSpPr>
          <p:cNvPr id="11" name="10 Llamada con línea 3 (borde y barra de énfasis)"/>
          <p:cNvSpPr/>
          <p:nvPr/>
        </p:nvSpPr>
        <p:spPr>
          <a:xfrm rot="10800000" flipV="1">
            <a:off x="1071546" y="3214678"/>
            <a:ext cx="1857388" cy="571504"/>
          </a:xfrm>
          <a:prstGeom prst="accentBorderCallout3">
            <a:avLst>
              <a:gd name="adj1" fmla="val 18750"/>
              <a:gd name="adj2" fmla="val -8333"/>
              <a:gd name="adj3" fmla="val 18750"/>
              <a:gd name="adj4" fmla="val -16667"/>
              <a:gd name="adj5" fmla="val 100000"/>
              <a:gd name="adj6" fmla="val -16667"/>
              <a:gd name="adj7" fmla="val 181534"/>
              <a:gd name="adj8" fmla="val -7328"/>
            </a:avLst>
          </a:prstGeom>
        </p:spPr>
        <p:style>
          <a:lnRef idx="1">
            <a:schemeClr val="dk1"/>
          </a:lnRef>
          <a:fillRef idx="3">
            <a:schemeClr val="dk1"/>
          </a:fillRef>
          <a:effectRef idx="2">
            <a:schemeClr val="dk1"/>
          </a:effectRef>
          <a:fontRef idx="minor">
            <a:schemeClr val="lt1"/>
          </a:fontRef>
        </p:style>
        <p:txBody>
          <a:bodyPr rtlCol="0" anchor="ctr"/>
          <a:lstStyle/>
          <a:p>
            <a:pPr algn="ctr"/>
            <a:r>
              <a:rPr lang="es-MX" b="1" dirty="0" smtClean="0">
                <a:effectLst>
                  <a:outerShdw blurRad="38100" dist="38100" dir="2700000" algn="tl">
                    <a:srgbClr val="000000">
                      <a:alpha val="43137"/>
                    </a:srgbClr>
                  </a:outerShdw>
                </a:effectLst>
              </a:rPr>
              <a:t>Golfo de </a:t>
            </a:r>
            <a:r>
              <a:rPr lang="es-MX" b="1" dirty="0" err="1" smtClean="0">
                <a:effectLst>
                  <a:outerShdw blurRad="38100" dist="38100" dir="2700000" algn="tl">
                    <a:srgbClr val="000000">
                      <a:alpha val="43137"/>
                    </a:srgbClr>
                  </a:outerShdw>
                </a:effectLst>
              </a:rPr>
              <a:t>Urabá</a:t>
            </a:r>
            <a:endParaRPr lang="es-ES" b="1" dirty="0">
              <a:effectLst>
                <a:outerShdw blurRad="38100" dist="38100" dir="2700000" algn="tl">
                  <a:srgbClr val="000000">
                    <a:alpha val="43137"/>
                  </a:srgbClr>
                </a:outerShdw>
              </a:effectLst>
            </a:endParaRPr>
          </a:p>
        </p:txBody>
      </p:sp>
      <p:sp>
        <p:nvSpPr>
          <p:cNvPr id="8" name="7 Elipse"/>
          <p:cNvSpPr/>
          <p:nvPr/>
        </p:nvSpPr>
        <p:spPr>
          <a:xfrm>
            <a:off x="2857496" y="4071934"/>
            <a:ext cx="428628" cy="428628"/>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2" name="11 Elipse"/>
          <p:cNvSpPr/>
          <p:nvPr/>
        </p:nvSpPr>
        <p:spPr>
          <a:xfrm>
            <a:off x="2928934" y="4143372"/>
            <a:ext cx="285752" cy="285752"/>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3" name="12 Elipse"/>
          <p:cNvSpPr/>
          <p:nvPr/>
        </p:nvSpPr>
        <p:spPr>
          <a:xfrm>
            <a:off x="2786058" y="4000496"/>
            <a:ext cx="571504" cy="571504"/>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par>
                                <p:cTn id="7" presetID="23" presetClass="emph" presetSubtype="0" fill="hold" grpId="1" nodeType="withEffect">
                                  <p:stCondLst>
                                    <p:cond delay="0"/>
                                  </p:stCondLst>
                                  <p:childTnLst>
                                    <p:animClr clrSpc="hsl">
                                      <p:cBhvr override="childStyle">
                                        <p:cTn id="8" dur="2000" fill="hold"/>
                                        <p:tgtEl>
                                          <p:spTgt spid="12"/>
                                        </p:tgtEl>
                                        <p:attrNameLst>
                                          <p:attrName>style.color</p:attrName>
                                        </p:attrNameLst>
                                      </p:cBhvr>
                                      <p:by>
                                        <p:hsl h="10842353" s="0" l="0"/>
                                      </p:by>
                                    </p:animClr>
                                    <p:animClr clrSpc="hsl">
                                      <p:cBhvr>
                                        <p:cTn id="9" dur="2000" fill="hold"/>
                                        <p:tgtEl>
                                          <p:spTgt spid="12"/>
                                        </p:tgtEl>
                                        <p:attrNameLst>
                                          <p:attrName>fillcolor</p:attrName>
                                        </p:attrNameLst>
                                      </p:cBhvr>
                                      <p:by>
                                        <p:hsl h="10842353" s="0" l="0"/>
                                      </p:by>
                                    </p:animClr>
                                    <p:animClr clrSpc="hsl">
                                      <p:cBhvr>
                                        <p:cTn id="10" dur="2000" fill="hold"/>
                                        <p:tgtEl>
                                          <p:spTgt spid="12"/>
                                        </p:tgtEl>
                                        <p:attrNameLst>
                                          <p:attrName>stroke.color</p:attrName>
                                        </p:attrNameLst>
                                      </p:cBhvr>
                                      <p:by>
                                        <p:hsl h="10842353" s="0" l="0"/>
                                      </p:by>
                                    </p:animClr>
                                    <p:set>
                                      <p:cBhvr>
                                        <p:cTn id="11" dur="2000" fill="hold"/>
                                        <p:tgtEl>
                                          <p:spTgt spid="12"/>
                                        </p:tgtEl>
                                        <p:attrNameLst>
                                          <p:attrName>fill.type</p:attrName>
                                        </p:attrNameLst>
                                      </p:cBhvr>
                                      <p:to>
                                        <p:strVal val="solid"/>
                                      </p:to>
                                    </p:set>
                                  </p:childTnLst>
                                </p:cTn>
                              </p:par>
                              <p:par>
                                <p:cTn id="12" presetID="1" presetClass="entr" presetSubtype="0" fill="hold" grpId="0" nodeType="withEffect">
                                  <p:stCondLst>
                                    <p:cond delay="0"/>
                                  </p:stCondLst>
                                  <p:childTnLst>
                                    <p:set>
                                      <p:cBhvr>
                                        <p:cTn id="13" dur="1" fill="hold">
                                          <p:stCondLst>
                                            <p:cond delay="0"/>
                                          </p:stCondLst>
                                        </p:cTn>
                                        <p:tgtEl>
                                          <p:spTgt spid="8"/>
                                        </p:tgtEl>
                                        <p:attrNameLst>
                                          <p:attrName>style.visibility</p:attrName>
                                        </p:attrNameLst>
                                      </p:cBhvr>
                                      <p:to>
                                        <p:strVal val="visible"/>
                                      </p:to>
                                    </p:set>
                                  </p:childTnLst>
                                </p:cTn>
                              </p:par>
                              <p:par>
                                <p:cTn id="14" presetID="23" presetClass="emph" presetSubtype="0" fill="hold" grpId="1" nodeType="withEffect">
                                  <p:stCondLst>
                                    <p:cond delay="0"/>
                                  </p:stCondLst>
                                  <p:childTnLst>
                                    <p:animClr clrSpc="hsl">
                                      <p:cBhvr override="childStyle">
                                        <p:cTn id="15" dur="2000" fill="hold"/>
                                        <p:tgtEl>
                                          <p:spTgt spid="8"/>
                                        </p:tgtEl>
                                        <p:attrNameLst>
                                          <p:attrName>style.color</p:attrName>
                                        </p:attrNameLst>
                                      </p:cBhvr>
                                      <p:by>
                                        <p:hsl h="10842353" s="0" l="0"/>
                                      </p:by>
                                    </p:animClr>
                                    <p:animClr clrSpc="hsl">
                                      <p:cBhvr>
                                        <p:cTn id="16" dur="2000" fill="hold"/>
                                        <p:tgtEl>
                                          <p:spTgt spid="8"/>
                                        </p:tgtEl>
                                        <p:attrNameLst>
                                          <p:attrName>fillcolor</p:attrName>
                                        </p:attrNameLst>
                                      </p:cBhvr>
                                      <p:by>
                                        <p:hsl h="10842353" s="0" l="0"/>
                                      </p:by>
                                    </p:animClr>
                                    <p:animClr clrSpc="hsl">
                                      <p:cBhvr>
                                        <p:cTn id="17" dur="2000" fill="hold"/>
                                        <p:tgtEl>
                                          <p:spTgt spid="8"/>
                                        </p:tgtEl>
                                        <p:attrNameLst>
                                          <p:attrName>stroke.color</p:attrName>
                                        </p:attrNameLst>
                                      </p:cBhvr>
                                      <p:by>
                                        <p:hsl h="10842353" s="0" l="0"/>
                                      </p:by>
                                    </p:animClr>
                                    <p:set>
                                      <p:cBhvr>
                                        <p:cTn id="18" dur="2000" fill="hold"/>
                                        <p:tgtEl>
                                          <p:spTgt spid="8"/>
                                        </p:tgtEl>
                                        <p:attrNameLst>
                                          <p:attrName>fill.type</p:attrName>
                                        </p:attrNameLst>
                                      </p:cBhvr>
                                      <p:to>
                                        <p:strVal val="solid"/>
                                      </p:to>
                                    </p:set>
                                  </p:childTnLst>
                                  <p:subTnLst>
                                    <p:set>
                                      <p:cBhvr override="childStyle">
                                        <p:cTn dur="1" fill="hold" display="0" masterRel="sameClick" afterEffect="1">
                                          <p:stCondLst>
                                            <p:cond evt="end" delay="0">
                                              <p:tn val="14"/>
                                            </p:cond>
                                          </p:stCondLst>
                                        </p:cTn>
                                        <p:tgtEl>
                                          <p:spTgt spid="8"/>
                                        </p:tgtEl>
                                        <p:attrNameLst>
                                          <p:attrName>style.visibility</p:attrName>
                                        </p:attrNameLst>
                                      </p:cBhvr>
                                      <p:to>
                                        <p:strVal val="hidden"/>
                                      </p:to>
                                    </p:set>
                                  </p:subTnLst>
                                </p:cTn>
                              </p:par>
                              <p:par>
                                <p:cTn id="19" presetID="1" presetClass="entr" presetSubtype="0" fill="hold" grpId="0" nodeType="withEffect">
                                  <p:stCondLst>
                                    <p:cond delay="0"/>
                                  </p:stCondLst>
                                  <p:childTnLst>
                                    <p:set>
                                      <p:cBhvr>
                                        <p:cTn id="20" dur="1" fill="hold">
                                          <p:stCondLst>
                                            <p:cond delay="0"/>
                                          </p:stCondLst>
                                        </p:cTn>
                                        <p:tgtEl>
                                          <p:spTgt spid="13"/>
                                        </p:tgtEl>
                                        <p:attrNameLst>
                                          <p:attrName>style.visibility</p:attrName>
                                        </p:attrNameLst>
                                      </p:cBhvr>
                                      <p:to>
                                        <p:strVal val="visible"/>
                                      </p:to>
                                    </p:set>
                                  </p:childTnLst>
                                </p:cTn>
                              </p:par>
                              <p:par>
                                <p:cTn id="21" presetID="23" presetClass="emph" presetSubtype="0" fill="hold" grpId="1" nodeType="withEffect">
                                  <p:stCondLst>
                                    <p:cond delay="0"/>
                                  </p:stCondLst>
                                  <p:childTnLst>
                                    <p:animClr clrSpc="hsl">
                                      <p:cBhvr override="childStyle">
                                        <p:cTn id="22" dur="2000" fill="hold"/>
                                        <p:tgtEl>
                                          <p:spTgt spid="13"/>
                                        </p:tgtEl>
                                        <p:attrNameLst>
                                          <p:attrName>style.color</p:attrName>
                                        </p:attrNameLst>
                                      </p:cBhvr>
                                      <p:by>
                                        <p:hsl h="10842353" s="0" l="0"/>
                                      </p:by>
                                    </p:animClr>
                                    <p:animClr clrSpc="hsl">
                                      <p:cBhvr>
                                        <p:cTn id="23" dur="2000" fill="hold"/>
                                        <p:tgtEl>
                                          <p:spTgt spid="13"/>
                                        </p:tgtEl>
                                        <p:attrNameLst>
                                          <p:attrName>fillcolor</p:attrName>
                                        </p:attrNameLst>
                                      </p:cBhvr>
                                      <p:by>
                                        <p:hsl h="10842353" s="0" l="0"/>
                                      </p:by>
                                    </p:animClr>
                                    <p:animClr clrSpc="hsl">
                                      <p:cBhvr>
                                        <p:cTn id="24" dur="2000" fill="hold"/>
                                        <p:tgtEl>
                                          <p:spTgt spid="13"/>
                                        </p:tgtEl>
                                        <p:attrNameLst>
                                          <p:attrName>stroke.color</p:attrName>
                                        </p:attrNameLst>
                                      </p:cBhvr>
                                      <p:by>
                                        <p:hsl h="10842353" s="0" l="0"/>
                                      </p:by>
                                    </p:animClr>
                                    <p:set>
                                      <p:cBhvr>
                                        <p:cTn id="25" dur="2000" fill="hold"/>
                                        <p:tgtEl>
                                          <p:spTgt spid="13"/>
                                        </p:tgtEl>
                                        <p:attrNameLst>
                                          <p:attrName>fill.type</p:attrName>
                                        </p:attrNameLst>
                                      </p:cBhvr>
                                      <p:to>
                                        <p:strVal val="solid"/>
                                      </p:to>
                                    </p:set>
                                  </p:childTnLst>
                                  <p:subTnLst>
                                    <p:set>
                                      <p:cBhvr override="childStyle">
                                        <p:cTn dur="1" fill="hold" display="0" masterRel="sameClick" afterEffect="1">
                                          <p:stCondLst>
                                            <p:cond evt="end" delay="0">
                                              <p:tn val="21"/>
                                            </p:cond>
                                          </p:stCondLst>
                                        </p:cTn>
                                        <p:tgtEl>
                                          <p:spTgt spid="13"/>
                                        </p:tgtEl>
                                        <p:attrNameLst>
                                          <p:attrName>style.visibility</p:attrName>
                                        </p:attrNameLst>
                                      </p:cBhvr>
                                      <p:to>
                                        <p:strVal val="hidden"/>
                                      </p:to>
                                    </p:set>
                                  </p:subTnLst>
                                </p:cTn>
                              </p:par>
                            </p:childTnLst>
                          </p:cTn>
                        </p:par>
                        <p:par>
                          <p:cTn id="26" fill="hold">
                            <p:stCondLst>
                              <p:cond delay="2000"/>
                            </p:stCondLst>
                            <p:childTnLst>
                              <p:par>
                                <p:cTn id="27" presetID="3" presetClass="entr" presetSubtype="10" fill="hold" grpId="0" nodeType="afterEffect">
                                  <p:stCondLst>
                                    <p:cond delay="0"/>
                                  </p:stCondLst>
                                  <p:childTnLst>
                                    <p:set>
                                      <p:cBhvr>
                                        <p:cTn id="28" dur="1" fill="hold">
                                          <p:stCondLst>
                                            <p:cond delay="0"/>
                                          </p:stCondLst>
                                        </p:cTn>
                                        <p:tgtEl>
                                          <p:spTgt spid="11"/>
                                        </p:tgtEl>
                                        <p:attrNameLst>
                                          <p:attrName>style.visibility</p:attrName>
                                        </p:attrNameLst>
                                      </p:cBhvr>
                                      <p:to>
                                        <p:strVal val="visible"/>
                                      </p:to>
                                    </p:set>
                                    <p:animEffect transition="in" filter="blinds(horizontal)">
                                      <p:cBhvr>
                                        <p:cTn id="29"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8" grpId="0" animBg="1"/>
      <p:bldP spid="8" grpId="1" animBg="1"/>
      <p:bldP spid="12" grpId="0" animBg="1"/>
      <p:bldP spid="12" grpId="1" animBg="1"/>
      <p:bldP spid="13" grpId="0" animBg="1"/>
      <p:bldP spid="13" grpId="1"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7 Imagen" descr="uraba1.jpg"/>
          <p:cNvPicPr>
            <a:picLocks noChangeAspect="1"/>
          </p:cNvPicPr>
          <p:nvPr/>
        </p:nvPicPr>
        <p:blipFill>
          <a:blip r:embed="rId2" cstate="print"/>
          <a:srcRect l="11133" t="5407" r="7370" b="5254"/>
          <a:stretch>
            <a:fillRect/>
          </a:stretch>
        </p:blipFill>
        <p:spPr>
          <a:xfrm>
            <a:off x="0" y="0"/>
            <a:ext cx="4643446" cy="9144000"/>
          </a:xfrm>
          <a:prstGeom prst="rect">
            <a:avLst/>
          </a:prstGeom>
          <a:noFill/>
        </p:spPr>
      </p:pic>
      <p:sp>
        <p:nvSpPr>
          <p:cNvPr id="9" name="8 CuadroTexto"/>
          <p:cNvSpPr txBox="1"/>
          <p:nvPr/>
        </p:nvSpPr>
        <p:spPr>
          <a:xfrm rot="16885043">
            <a:off x="1710343" y="4360935"/>
            <a:ext cx="8001056" cy="707886"/>
          </a:xfrm>
          <a:prstGeom prst="rect">
            <a:avLst/>
          </a:prstGeom>
          <a:noFill/>
        </p:spPr>
        <p:txBody>
          <a:bodyPr wrap="square" rtlCol="0">
            <a:spAutoFit/>
          </a:bodyPr>
          <a:lstStyle/>
          <a:p>
            <a:pPr algn="ctr"/>
            <a:r>
              <a:rPr lang="es-CO" sz="4000" dirty="0" smtClean="0">
                <a:solidFill>
                  <a:schemeClr val="accent1">
                    <a:lumMod val="50000"/>
                  </a:schemeClr>
                </a:solidFill>
              </a:rPr>
              <a:t>Zona Elegida: </a:t>
            </a:r>
            <a:r>
              <a:rPr lang="es-CO" sz="4000" b="1" dirty="0" smtClean="0">
                <a:solidFill>
                  <a:schemeClr val="accent1">
                    <a:lumMod val="50000"/>
                  </a:schemeClr>
                </a:solidFill>
              </a:rPr>
              <a:t>El golfo de </a:t>
            </a:r>
            <a:r>
              <a:rPr lang="es-CO" sz="4000" b="1" dirty="0" err="1" smtClean="0">
                <a:solidFill>
                  <a:schemeClr val="accent1">
                    <a:lumMod val="50000"/>
                  </a:schemeClr>
                </a:solidFill>
              </a:rPr>
              <a:t>Urabá</a:t>
            </a:r>
            <a:endParaRPr lang="es-CO" sz="4000" b="1" dirty="0">
              <a:solidFill>
                <a:schemeClr val="accent1">
                  <a:lumMod val="50000"/>
                </a:schemeClr>
              </a:solidFill>
            </a:endParaRPr>
          </a:p>
        </p:txBody>
      </p:sp>
      <p:sp>
        <p:nvSpPr>
          <p:cNvPr id="4" name="3 Elipse"/>
          <p:cNvSpPr/>
          <p:nvPr/>
        </p:nvSpPr>
        <p:spPr>
          <a:xfrm>
            <a:off x="1214423" y="4286249"/>
            <a:ext cx="142876" cy="142876"/>
          </a:xfrm>
          <a:prstGeom prst="ellipse">
            <a:avLst/>
          </a:prstGeom>
          <a:solidFill>
            <a:schemeClr val="accent2"/>
          </a:solidFill>
          <a:ln>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5" name="4 Elipse"/>
          <p:cNvSpPr/>
          <p:nvPr/>
        </p:nvSpPr>
        <p:spPr>
          <a:xfrm>
            <a:off x="1714488" y="4357687"/>
            <a:ext cx="142876" cy="142876"/>
          </a:xfrm>
          <a:prstGeom prst="ellipse">
            <a:avLst/>
          </a:prstGeom>
          <a:solidFill>
            <a:schemeClr val="accent2"/>
          </a:solidFill>
          <a:ln>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6" name="5 CuadroTexto"/>
          <p:cNvSpPr txBox="1"/>
          <p:nvPr/>
        </p:nvSpPr>
        <p:spPr>
          <a:xfrm>
            <a:off x="857232" y="3857622"/>
            <a:ext cx="857256" cy="646331"/>
          </a:xfrm>
          <a:prstGeom prst="rect">
            <a:avLst/>
          </a:prstGeom>
          <a:noFill/>
        </p:spPr>
        <p:txBody>
          <a:bodyPr wrap="square" rtlCol="0">
            <a:spAutoFit/>
          </a:bodyPr>
          <a:lstStyle/>
          <a:p>
            <a:pPr algn="ctr"/>
            <a:r>
              <a:rPr lang="es-CO" sz="1100" b="1" dirty="0" smtClean="0">
                <a:solidFill>
                  <a:schemeClr val="bg1"/>
                </a:solidFill>
              </a:rPr>
              <a:t>Bocas del </a:t>
            </a:r>
          </a:p>
          <a:p>
            <a:pPr algn="ctr"/>
            <a:r>
              <a:rPr lang="es-CO" sz="1100" b="1" dirty="0" smtClean="0">
                <a:solidFill>
                  <a:schemeClr val="bg1"/>
                </a:solidFill>
              </a:rPr>
              <a:t>Atrato</a:t>
            </a:r>
          </a:p>
          <a:p>
            <a:endParaRPr lang="es-CO" sz="1400" dirty="0">
              <a:solidFill>
                <a:schemeClr val="bg1"/>
              </a:solidFill>
            </a:endParaRPr>
          </a:p>
        </p:txBody>
      </p:sp>
      <p:sp>
        <p:nvSpPr>
          <p:cNvPr id="7" name="6 CuadroTexto"/>
          <p:cNvSpPr txBox="1"/>
          <p:nvPr/>
        </p:nvSpPr>
        <p:spPr>
          <a:xfrm>
            <a:off x="1785926" y="4286250"/>
            <a:ext cx="642942" cy="430887"/>
          </a:xfrm>
          <a:prstGeom prst="rect">
            <a:avLst/>
          </a:prstGeom>
          <a:noFill/>
        </p:spPr>
        <p:txBody>
          <a:bodyPr wrap="square" rtlCol="0">
            <a:spAutoFit/>
          </a:bodyPr>
          <a:lstStyle/>
          <a:p>
            <a:r>
              <a:rPr lang="es-CO" sz="1100" b="1" dirty="0" smtClean="0">
                <a:solidFill>
                  <a:schemeClr val="bg1"/>
                </a:solidFill>
              </a:rPr>
              <a:t>Turbo</a:t>
            </a:r>
          </a:p>
          <a:p>
            <a:endParaRPr lang="es-CO" sz="1100" b="1" dirty="0">
              <a:solidFill>
                <a:schemeClr val="bg1"/>
              </a:solidFill>
            </a:endParaRPr>
          </a:p>
        </p:txBody>
      </p:sp>
      <p:sp>
        <p:nvSpPr>
          <p:cNvPr id="10" name="9 Elipse"/>
          <p:cNvSpPr/>
          <p:nvPr/>
        </p:nvSpPr>
        <p:spPr>
          <a:xfrm>
            <a:off x="1571613" y="2857489"/>
            <a:ext cx="142876" cy="142876"/>
          </a:xfrm>
          <a:prstGeom prst="ellipse">
            <a:avLst/>
          </a:prstGeom>
          <a:solidFill>
            <a:schemeClr val="accent2"/>
          </a:solidFill>
          <a:ln>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11" name="10 CuadroTexto"/>
          <p:cNvSpPr txBox="1"/>
          <p:nvPr/>
        </p:nvSpPr>
        <p:spPr>
          <a:xfrm>
            <a:off x="1285860" y="2640917"/>
            <a:ext cx="785818" cy="430887"/>
          </a:xfrm>
          <a:prstGeom prst="rect">
            <a:avLst/>
          </a:prstGeom>
          <a:noFill/>
        </p:spPr>
        <p:txBody>
          <a:bodyPr wrap="square" rtlCol="0">
            <a:spAutoFit/>
          </a:bodyPr>
          <a:lstStyle/>
          <a:p>
            <a:r>
              <a:rPr lang="es-CO" sz="1100" b="1" dirty="0" err="1" smtClean="0">
                <a:solidFill>
                  <a:schemeClr val="bg1"/>
                </a:solidFill>
              </a:rPr>
              <a:t>Necoclí</a:t>
            </a:r>
            <a:endParaRPr lang="es-CO" sz="1100" b="1" dirty="0" smtClean="0">
              <a:solidFill>
                <a:schemeClr val="bg1"/>
              </a:solidFill>
            </a:endParaRPr>
          </a:p>
          <a:p>
            <a:endParaRPr lang="es-CO" sz="1100" b="1" dirty="0">
              <a:solidFill>
                <a:schemeClr val="bg1"/>
              </a:solidFill>
            </a:endParaRPr>
          </a:p>
        </p:txBody>
      </p:sp>
      <p:sp>
        <p:nvSpPr>
          <p:cNvPr id="12" name="11 Elipse"/>
          <p:cNvSpPr/>
          <p:nvPr/>
        </p:nvSpPr>
        <p:spPr>
          <a:xfrm>
            <a:off x="214290" y="3286117"/>
            <a:ext cx="142876" cy="142876"/>
          </a:xfrm>
          <a:prstGeom prst="ellipse">
            <a:avLst/>
          </a:prstGeom>
          <a:solidFill>
            <a:schemeClr val="accent2"/>
          </a:solidFill>
          <a:ln>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13" name="12 CuadroTexto"/>
          <p:cNvSpPr txBox="1"/>
          <p:nvPr/>
        </p:nvSpPr>
        <p:spPr>
          <a:xfrm>
            <a:off x="-71462" y="3071803"/>
            <a:ext cx="785818" cy="430887"/>
          </a:xfrm>
          <a:prstGeom prst="rect">
            <a:avLst/>
          </a:prstGeom>
          <a:noFill/>
        </p:spPr>
        <p:txBody>
          <a:bodyPr wrap="square" rtlCol="0">
            <a:spAutoFit/>
          </a:bodyPr>
          <a:lstStyle/>
          <a:p>
            <a:r>
              <a:rPr lang="es-CO" sz="1100" b="1" dirty="0" err="1" smtClean="0">
                <a:solidFill>
                  <a:schemeClr val="bg1"/>
                </a:solidFill>
              </a:rPr>
              <a:t>Acandí</a:t>
            </a:r>
            <a:endParaRPr lang="es-CO" sz="1100" b="1" dirty="0" smtClean="0">
              <a:solidFill>
                <a:schemeClr val="bg1"/>
              </a:solidFill>
            </a:endParaRPr>
          </a:p>
          <a:p>
            <a:endParaRPr lang="es-CO" sz="1100" b="1" dirty="0">
              <a:solidFill>
                <a:schemeClr val="bg1"/>
              </a:solidFill>
            </a:endParaRPr>
          </a:p>
        </p:txBody>
      </p:sp>
      <p:sp>
        <p:nvSpPr>
          <p:cNvPr id="16" name="15 Trapecio"/>
          <p:cNvSpPr/>
          <p:nvPr/>
        </p:nvSpPr>
        <p:spPr>
          <a:xfrm rot="9540610">
            <a:off x="243922" y="2661570"/>
            <a:ext cx="2327162" cy="2192031"/>
          </a:xfrm>
          <a:prstGeom prst="trapezoid">
            <a:avLst/>
          </a:prstGeom>
          <a:noFill/>
          <a:ln>
            <a:solidFill>
              <a:srgbClr val="7030A0"/>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642918" y="571473"/>
            <a:ext cx="6172200" cy="642943"/>
          </a:xfrm>
        </p:spPr>
        <p:txBody>
          <a:bodyPr>
            <a:normAutofit fontScale="90000"/>
          </a:bodyPr>
          <a:lstStyle/>
          <a:p>
            <a:pPr algn="r"/>
            <a:r>
              <a:rPr lang="es-CO" dirty="0" smtClean="0">
                <a:solidFill>
                  <a:schemeClr val="accent1">
                    <a:lumMod val="50000"/>
                  </a:schemeClr>
                </a:solidFill>
              </a:rPr>
              <a:t>Modelo de Simulación</a:t>
            </a:r>
            <a:endParaRPr lang="es-CO" dirty="0">
              <a:solidFill>
                <a:schemeClr val="accent1">
                  <a:lumMod val="50000"/>
                </a:schemeClr>
              </a:solidFill>
            </a:endParaRPr>
          </a:p>
        </p:txBody>
      </p:sp>
      <p:sp>
        <p:nvSpPr>
          <p:cNvPr id="3" name="2 Marcador de contenido"/>
          <p:cNvSpPr>
            <a:spLocks noGrp="1"/>
          </p:cNvSpPr>
          <p:nvPr>
            <p:ph idx="1"/>
          </p:nvPr>
        </p:nvSpPr>
        <p:spPr>
          <a:xfrm>
            <a:off x="714356" y="4357686"/>
            <a:ext cx="5500726" cy="2786082"/>
          </a:xfrm>
        </p:spPr>
        <p:txBody>
          <a:bodyPr>
            <a:noAutofit/>
          </a:bodyPr>
          <a:lstStyle/>
          <a:p>
            <a:pPr algn="just"/>
            <a:r>
              <a:rPr lang="es-CO" sz="2400" dirty="0" smtClean="0">
                <a:solidFill>
                  <a:schemeClr val="bg1"/>
                </a:solidFill>
              </a:rPr>
              <a:t>Se consideran 3 especies de peces pertenecientes a la zona del Golfo de </a:t>
            </a:r>
            <a:r>
              <a:rPr lang="es-CO" sz="2400" dirty="0" err="1" smtClean="0">
                <a:solidFill>
                  <a:schemeClr val="bg1"/>
                </a:solidFill>
              </a:rPr>
              <a:t>Urabá</a:t>
            </a:r>
            <a:r>
              <a:rPr lang="es-CO" sz="2400" dirty="0" smtClean="0">
                <a:solidFill>
                  <a:schemeClr val="bg1"/>
                </a:solidFill>
              </a:rPr>
              <a:t>. </a:t>
            </a:r>
          </a:p>
          <a:p>
            <a:pPr algn="just"/>
            <a:endParaRPr lang="es-CO" sz="2400" dirty="0" smtClean="0">
              <a:solidFill>
                <a:schemeClr val="bg1"/>
              </a:solidFill>
            </a:endParaRPr>
          </a:p>
          <a:p>
            <a:pPr algn="just"/>
            <a:r>
              <a:rPr lang="es-CO" sz="2400" dirty="0" smtClean="0">
                <a:solidFill>
                  <a:schemeClr val="bg1"/>
                </a:solidFill>
              </a:rPr>
              <a:t>Cada una tiene 2 etapas en su ciclo de vida: Etapa de crecimiento y de edad reproductiva.</a:t>
            </a:r>
            <a:endParaRPr lang="es-CO" sz="2400" dirty="0">
              <a:solidFill>
                <a:schemeClr val="bg1"/>
              </a:solidFill>
            </a:endParaRPr>
          </a:p>
        </p:txBody>
      </p:sp>
      <p:pic>
        <p:nvPicPr>
          <p:cNvPr id="6" name="Picture 5" descr="C:\Users\CAROLINA\AppData\Local\Microsoft\Windows\Temporary Internet Files\Content.IE5\1EENXK2I\MCj04125080000[1].wmf"/>
          <p:cNvPicPr>
            <a:picLocks noChangeAspect="1" noChangeArrowheads="1"/>
          </p:cNvPicPr>
          <p:nvPr/>
        </p:nvPicPr>
        <p:blipFill>
          <a:blip r:embed="rId2" cstate="print"/>
          <a:srcRect/>
          <a:stretch>
            <a:fillRect/>
          </a:stretch>
        </p:blipFill>
        <p:spPr bwMode="auto">
          <a:xfrm>
            <a:off x="4701766" y="6910813"/>
            <a:ext cx="2156234" cy="2233188"/>
          </a:xfrm>
          <a:prstGeom prst="rect">
            <a:avLst/>
          </a:prstGeom>
          <a:noFill/>
        </p:spPr>
      </p:pic>
      <p:pic>
        <p:nvPicPr>
          <p:cNvPr id="1029" name="Picture 5"/>
          <p:cNvPicPr>
            <a:picLocks noChangeAspect="1" noChangeArrowheads="1"/>
          </p:cNvPicPr>
          <p:nvPr/>
        </p:nvPicPr>
        <p:blipFill>
          <a:blip r:embed="rId3" cstate="print"/>
          <a:srcRect/>
          <a:stretch>
            <a:fillRect/>
          </a:stretch>
        </p:blipFill>
        <p:spPr bwMode="auto">
          <a:xfrm>
            <a:off x="390547" y="1500166"/>
            <a:ext cx="6110287" cy="2503487"/>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10" fill="hold" nodeType="with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5000" fill="hold"/>
                                        <p:tgtEl>
                                          <p:spTgt spid="6"/>
                                        </p:tgtEl>
                                        <p:attrNameLst>
                                          <p:attrName>ppt_w</p:attrName>
                                        </p:attrNameLst>
                                      </p:cBhvr>
                                      <p:tavLst>
                                        <p:tav tm="0" fmla="#ppt_w*sin(2.5*pi*$)">
                                          <p:val>
                                            <p:fltVal val="0"/>
                                          </p:val>
                                        </p:tav>
                                        <p:tav tm="100000">
                                          <p:val>
                                            <p:fltVal val="1"/>
                                          </p:val>
                                        </p:tav>
                                      </p:tavLst>
                                    </p:anim>
                                    <p:anim calcmode="lin" valueType="num">
                                      <p:cBhvr>
                                        <p:cTn id="8" dur="5000" fill="hold"/>
                                        <p:tgtEl>
                                          <p:spTgt spid="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5 Marcador de contenido"/>
          <p:cNvSpPr>
            <a:spLocks noGrp="1"/>
          </p:cNvSpPr>
          <p:nvPr>
            <p:ph idx="1"/>
          </p:nvPr>
        </p:nvSpPr>
        <p:spPr>
          <a:xfrm>
            <a:off x="214290" y="5715008"/>
            <a:ext cx="6386514" cy="2561655"/>
          </a:xfrm>
        </p:spPr>
        <p:txBody>
          <a:bodyPr>
            <a:normAutofit fontScale="92500" lnSpcReduction="20000"/>
          </a:bodyPr>
          <a:lstStyle/>
          <a:p>
            <a:pPr algn="just"/>
            <a:r>
              <a:rPr lang="es-MX" dirty="0" smtClean="0">
                <a:solidFill>
                  <a:schemeClr val="bg1"/>
                </a:solidFill>
              </a:rPr>
              <a:t>Se consideran 3 tipos de embarcaciones tradicionales en la zona.</a:t>
            </a:r>
          </a:p>
          <a:p>
            <a:endParaRPr lang="es-MX" dirty="0" smtClean="0">
              <a:solidFill>
                <a:schemeClr val="bg1"/>
              </a:solidFill>
            </a:endParaRPr>
          </a:p>
          <a:p>
            <a:r>
              <a:rPr lang="es-MX" dirty="0" smtClean="0">
                <a:solidFill>
                  <a:schemeClr val="bg1"/>
                </a:solidFill>
              </a:rPr>
              <a:t>Se simula el proceso de compra y venta.</a:t>
            </a:r>
            <a:endParaRPr lang="es-ES" dirty="0">
              <a:solidFill>
                <a:schemeClr val="bg1"/>
              </a:solidFill>
            </a:endParaRPr>
          </a:p>
        </p:txBody>
      </p:sp>
      <p:pic>
        <p:nvPicPr>
          <p:cNvPr id="2050" name="Picture 2"/>
          <p:cNvPicPr>
            <a:picLocks noChangeAspect="1" noChangeArrowheads="1"/>
          </p:cNvPicPr>
          <p:nvPr/>
        </p:nvPicPr>
        <p:blipFill>
          <a:blip r:embed="rId2" cstate="print"/>
          <a:srcRect/>
          <a:stretch>
            <a:fillRect/>
          </a:stretch>
        </p:blipFill>
        <p:spPr bwMode="auto">
          <a:xfrm>
            <a:off x="428604" y="1487216"/>
            <a:ext cx="6143668" cy="3870602"/>
          </a:xfrm>
          <a:prstGeom prst="rect">
            <a:avLst/>
          </a:prstGeom>
          <a:noFill/>
          <a:ln w="9525">
            <a:noFill/>
            <a:miter lim="800000"/>
            <a:headEnd/>
            <a:tailEnd/>
          </a:ln>
        </p:spPr>
      </p:pic>
      <p:sp>
        <p:nvSpPr>
          <p:cNvPr id="7" name="1 Título"/>
          <p:cNvSpPr>
            <a:spLocks noGrp="1"/>
          </p:cNvSpPr>
          <p:nvPr>
            <p:ph type="title"/>
          </p:nvPr>
        </p:nvSpPr>
        <p:spPr>
          <a:xfrm>
            <a:off x="1000108" y="357157"/>
            <a:ext cx="6172200" cy="642943"/>
          </a:xfrm>
        </p:spPr>
        <p:txBody>
          <a:bodyPr>
            <a:normAutofit fontScale="90000"/>
          </a:bodyPr>
          <a:lstStyle/>
          <a:p>
            <a:r>
              <a:rPr lang="es-CO" dirty="0" smtClean="0">
                <a:solidFill>
                  <a:schemeClr val="accent1">
                    <a:lumMod val="50000"/>
                  </a:schemeClr>
                </a:solidFill>
              </a:rPr>
              <a:t>Modelo de Simulación</a:t>
            </a:r>
            <a:endParaRPr lang="es-CO" dirty="0">
              <a:solidFill>
                <a:schemeClr val="accent1">
                  <a:lumMod val="50000"/>
                </a:schemeClr>
              </a:solidFill>
            </a:endParaRP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1 Título"/>
          <p:cNvSpPr>
            <a:spLocks noGrp="1"/>
          </p:cNvSpPr>
          <p:nvPr>
            <p:ph type="title"/>
          </p:nvPr>
        </p:nvSpPr>
        <p:spPr>
          <a:xfrm>
            <a:off x="971576" y="357157"/>
            <a:ext cx="6172200" cy="642943"/>
          </a:xfrm>
        </p:spPr>
        <p:txBody>
          <a:bodyPr>
            <a:normAutofit fontScale="90000"/>
          </a:bodyPr>
          <a:lstStyle/>
          <a:p>
            <a:r>
              <a:rPr lang="es-CO" dirty="0" smtClean="0">
                <a:solidFill>
                  <a:schemeClr val="accent1">
                    <a:lumMod val="50000"/>
                  </a:schemeClr>
                </a:solidFill>
              </a:rPr>
              <a:t>Modelo de Simulación</a:t>
            </a:r>
            <a:endParaRPr lang="es-CO" dirty="0">
              <a:solidFill>
                <a:schemeClr val="accent1">
                  <a:lumMod val="50000"/>
                </a:schemeClr>
              </a:solidFill>
            </a:endParaRPr>
          </a:p>
        </p:txBody>
      </p:sp>
      <p:sp>
        <p:nvSpPr>
          <p:cNvPr id="7" name="5 Marcador de contenido"/>
          <p:cNvSpPr>
            <a:spLocks noGrp="1"/>
          </p:cNvSpPr>
          <p:nvPr>
            <p:ph idx="1"/>
          </p:nvPr>
        </p:nvSpPr>
        <p:spPr>
          <a:xfrm>
            <a:off x="3571876" y="2428860"/>
            <a:ext cx="3571900" cy="3571900"/>
          </a:xfrm>
        </p:spPr>
        <p:txBody>
          <a:bodyPr>
            <a:normAutofit/>
          </a:bodyPr>
          <a:lstStyle/>
          <a:p>
            <a:r>
              <a:rPr lang="es-MX" sz="2800" dirty="0" smtClean="0">
                <a:solidFill>
                  <a:schemeClr val="bg1"/>
                </a:solidFill>
              </a:rPr>
              <a:t>El objetivo de éste proceso es definir cuánto puede pescar un barco del tipo </a:t>
            </a:r>
            <a:r>
              <a:rPr lang="es-MX" sz="2800" i="1" dirty="0" smtClean="0">
                <a:solidFill>
                  <a:schemeClr val="bg1"/>
                </a:solidFill>
              </a:rPr>
              <a:t>i</a:t>
            </a:r>
            <a:r>
              <a:rPr lang="es-MX" sz="2800" dirty="0" smtClean="0">
                <a:solidFill>
                  <a:schemeClr val="bg1"/>
                </a:solidFill>
              </a:rPr>
              <a:t> de la especie </a:t>
            </a:r>
            <a:r>
              <a:rPr lang="es-MX" sz="2800" i="1" dirty="0" smtClean="0">
                <a:solidFill>
                  <a:schemeClr val="bg1"/>
                </a:solidFill>
              </a:rPr>
              <a:t>j </a:t>
            </a:r>
            <a:r>
              <a:rPr lang="es-MX" sz="2800" dirty="0" smtClean="0">
                <a:solidFill>
                  <a:schemeClr val="bg1"/>
                </a:solidFill>
              </a:rPr>
              <a:t>en el lugar </a:t>
            </a:r>
            <a:r>
              <a:rPr lang="es-MX" sz="2800" i="1" dirty="0" smtClean="0">
                <a:solidFill>
                  <a:schemeClr val="bg1"/>
                </a:solidFill>
              </a:rPr>
              <a:t>k. </a:t>
            </a:r>
            <a:endParaRPr lang="es-ES" sz="2800" dirty="0">
              <a:solidFill>
                <a:schemeClr val="bg1"/>
              </a:solidFill>
            </a:endParaRPr>
          </a:p>
        </p:txBody>
      </p:sp>
      <p:pic>
        <p:nvPicPr>
          <p:cNvPr id="3075" name="Picture 3"/>
          <p:cNvPicPr>
            <a:picLocks noChangeAspect="1" noChangeArrowheads="1"/>
          </p:cNvPicPr>
          <p:nvPr/>
        </p:nvPicPr>
        <p:blipFill>
          <a:blip r:embed="rId2" cstate="print"/>
          <a:srcRect/>
          <a:stretch>
            <a:fillRect/>
          </a:stretch>
        </p:blipFill>
        <p:spPr bwMode="auto">
          <a:xfrm>
            <a:off x="133360" y="1571604"/>
            <a:ext cx="3509954" cy="4929222"/>
          </a:xfrm>
          <a:prstGeom prst="rect">
            <a:avLst/>
          </a:prstGeom>
          <a:noFill/>
          <a:ln w="9525">
            <a:noFill/>
            <a:miter lim="800000"/>
            <a:headEnd/>
            <a:tailEnd/>
          </a:ln>
        </p:spPr>
      </p:pic>
      <p:sp>
        <p:nvSpPr>
          <p:cNvPr id="9" name="5 Marcador de contenido"/>
          <p:cNvSpPr txBox="1">
            <a:spLocks/>
          </p:cNvSpPr>
          <p:nvPr/>
        </p:nvSpPr>
        <p:spPr>
          <a:xfrm>
            <a:off x="285728" y="6715140"/>
            <a:ext cx="6215106" cy="2143140"/>
          </a:xfrm>
          <a:prstGeom prst="rect">
            <a:avLst/>
          </a:prstGeom>
        </p:spPr>
        <p:txBody>
          <a:bodyPr vert="horz" anchor="t">
            <a:normAutofit/>
          </a:bodyPr>
          <a:lstStyle/>
          <a:p>
            <a:pPr marL="448056" marR="0" lvl="0" indent="-384048" algn="just" defTabSz="914400" rtl="0" eaLnBrk="1" fontAlgn="auto" latinLnBrk="0" hangingPunct="1">
              <a:lnSpc>
                <a:spcPct val="100000"/>
              </a:lnSpc>
              <a:spcBef>
                <a:spcPct val="20000"/>
              </a:spcBef>
              <a:spcAft>
                <a:spcPts val="0"/>
              </a:spcAft>
              <a:buClr>
                <a:schemeClr val="accent1"/>
              </a:buClr>
              <a:buSzPct val="80000"/>
              <a:buFont typeface="Wingdings 2"/>
              <a:buChar char=""/>
              <a:tabLst/>
              <a:defRPr/>
            </a:pPr>
            <a:r>
              <a:rPr kumimoji="0" lang="es-MX" sz="2800" b="0" i="0" u="none" strike="noStrike" kern="1200" cap="none" spc="0" normalizeH="0" baseline="0" noProof="0" dirty="0" smtClean="0">
                <a:ln>
                  <a:noFill/>
                </a:ln>
                <a:solidFill>
                  <a:schemeClr val="bg1"/>
                </a:solidFill>
                <a:effectLst/>
                <a:uLnTx/>
                <a:uFillTx/>
                <a:latin typeface="+mn-lt"/>
                <a:ea typeface="+mn-ea"/>
                <a:cs typeface="+mn-cs"/>
              </a:rPr>
              <a:t>Cada tipo de embarcación</a:t>
            </a:r>
            <a:r>
              <a:rPr kumimoji="0" lang="es-MX" sz="2800" b="0" i="0" u="none" strike="noStrike" kern="1200" cap="none" spc="0" normalizeH="0" noProof="0" dirty="0" smtClean="0">
                <a:ln>
                  <a:noFill/>
                </a:ln>
                <a:solidFill>
                  <a:schemeClr val="bg1"/>
                </a:solidFill>
                <a:effectLst/>
                <a:uLnTx/>
                <a:uFillTx/>
                <a:latin typeface="+mn-lt"/>
                <a:ea typeface="+mn-ea"/>
                <a:cs typeface="+mn-cs"/>
              </a:rPr>
              <a:t> tiene asociada una función de probabilidad para cada una de las especies.</a:t>
            </a:r>
            <a:endParaRPr kumimoji="0" lang="es-ES" sz="2800" b="0" i="0" u="none" strike="noStrike" kern="1200" cap="none" spc="0" normalizeH="0" baseline="0" noProof="0" dirty="0">
              <a:ln>
                <a:noFill/>
              </a:ln>
              <a:solidFill>
                <a:schemeClr val="bg1"/>
              </a:solidFill>
              <a:effectLst/>
              <a:uLnTx/>
              <a:uFillTx/>
              <a:latin typeface="+mn-lt"/>
              <a:ea typeface="+mn-ea"/>
              <a:cs typeface="+mn-cs"/>
            </a:endParaRP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1 Título"/>
          <p:cNvSpPr>
            <a:spLocks noGrp="1"/>
          </p:cNvSpPr>
          <p:nvPr>
            <p:ph type="title"/>
          </p:nvPr>
        </p:nvSpPr>
        <p:spPr>
          <a:xfrm>
            <a:off x="971576" y="357157"/>
            <a:ext cx="6172200" cy="642943"/>
          </a:xfrm>
        </p:spPr>
        <p:txBody>
          <a:bodyPr>
            <a:normAutofit fontScale="90000"/>
          </a:bodyPr>
          <a:lstStyle/>
          <a:p>
            <a:r>
              <a:rPr lang="es-CO" dirty="0" smtClean="0">
                <a:solidFill>
                  <a:schemeClr val="accent1">
                    <a:lumMod val="50000"/>
                  </a:schemeClr>
                </a:solidFill>
              </a:rPr>
              <a:t>Modelo de Simulación</a:t>
            </a:r>
            <a:endParaRPr lang="es-CO" dirty="0">
              <a:solidFill>
                <a:schemeClr val="accent1">
                  <a:lumMod val="50000"/>
                </a:schemeClr>
              </a:solidFill>
            </a:endParaRPr>
          </a:p>
        </p:txBody>
      </p:sp>
      <p:sp>
        <p:nvSpPr>
          <p:cNvPr id="7" name="5 Marcador de contenido"/>
          <p:cNvSpPr>
            <a:spLocks noGrp="1"/>
          </p:cNvSpPr>
          <p:nvPr>
            <p:ph idx="1"/>
          </p:nvPr>
        </p:nvSpPr>
        <p:spPr>
          <a:xfrm>
            <a:off x="3500438" y="1857356"/>
            <a:ext cx="3357562" cy="4214842"/>
          </a:xfrm>
        </p:spPr>
        <p:txBody>
          <a:bodyPr>
            <a:normAutofit fontScale="92500" lnSpcReduction="10000"/>
          </a:bodyPr>
          <a:lstStyle/>
          <a:p>
            <a:r>
              <a:rPr lang="es-MX" sz="2800" dirty="0" smtClean="0">
                <a:solidFill>
                  <a:schemeClr val="bg1"/>
                </a:solidFill>
              </a:rPr>
              <a:t>El objetivo de éste proceso  es </a:t>
            </a:r>
            <a:r>
              <a:rPr lang="es-ES" sz="2800" dirty="0" smtClean="0">
                <a:solidFill>
                  <a:schemeClr val="bg1"/>
                </a:solidFill>
              </a:rPr>
              <a:t>definir la proporción de peces en crecimiento y en edad reproductiva a pescar de la especie </a:t>
            </a:r>
            <a:r>
              <a:rPr lang="es-ES" sz="2800" i="1" dirty="0" smtClean="0">
                <a:solidFill>
                  <a:schemeClr val="bg1"/>
                </a:solidFill>
              </a:rPr>
              <a:t>j</a:t>
            </a:r>
            <a:r>
              <a:rPr lang="es-ES" sz="2800" dirty="0" smtClean="0">
                <a:solidFill>
                  <a:schemeClr val="bg1"/>
                </a:solidFill>
              </a:rPr>
              <a:t> en el lugar  </a:t>
            </a:r>
            <a:r>
              <a:rPr lang="es-ES" sz="2800" i="1" dirty="0" smtClean="0">
                <a:solidFill>
                  <a:schemeClr val="bg1"/>
                </a:solidFill>
              </a:rPr>
              <a:t>k.</a:t>
            </a:r>
            <a:endParaRPr lang="es-ES" sz="2800" dirty="0">
              <a:solidFill>
                <a:schemeClr val="bg1"/>
              </a:solidFill>
            </a:endParaRPr>
          </a:p>
        </p:txBody>
      </p:sp>
      <p:sp>
        <p:nvSpPr>
          <p:cNvPr id="9" name="5 Marcador de contenido"/>
          <p:cNvSpPr txBox="1">
            <a:spLocks/>
          </p:cNvSpPr>
          <p:nvPr/>
        </p:nvSpPr>
        <p:spPr>
          <a:xfrm>
            <a:off x="285728" y="6929454"/>
            <a:ext cx="6215106" cy="1500198"/>
          </a:xfrm>
          <a:prstGeom prst="rect">
            <a:avLst/>
          </a:prstGeom>
        </p:spPr>
        <p:txBody>
          <a:bodyPr vert="horz" anchor="t">
            <a:normAutofit fontScale="92500" lnSpcReduction="20000"/>
          </a:bodyPr>
          <a:lstStyle/>
          <a:p>
            <a:pPr marL="448056" marR="0" lvl="0" indent="-384048" algn="just" defTabSz="914400" rtl="0" eaLnBrk="1" fontAlgn="auto" latinLnBrk="0" hangingPunct="1">
              <a:lnSpc>
                <a:spcPct val="100000"/>
              </a:lnSpc>
              <a:spcBef>
                <a:spcPct val="20000"/>
              </a:spcBef>
              <a:spcAft>
                <a:spcPts val="0"/>
              </a:spcAft>
              <a:buClr>
                <a:schemeClr val="accent1"/>
              </a:buClr>
              <a:buSzPct val="80000"/>
              <a:buFont typeface="Wingdings 2"/>
              <a:buChar char=""/>
              <a:tabLst/>
              <a:defRPr/>
            </a:pPr>
            <a:r>
              <a:rPr lang="es-MX" sz="2800" dirty="0" smtClean="0">
                <a:solidFill>
                  <a:schemeClr val="bg1"/>
                </a:solidFill>
              </a:rPr>
              <a:t>Se consideran 5 zonas de pesca las cuales tienen</a:t>
            </a:r>
            <a:r>
              <a:rPr kumimoji="0" lang="es-MX" sz="2800" b="0" i="0" u="none" strike="noStrike" kern="1200" cap="none" spc="0" normalizeH="0" baseline="0" noProof="0" dirty="0" smtClean="0">
                <a:ln>
                  <a:noFill/>
                </a:ln>
                <a:solidFill>
                  <a:schemeClr val="bg1"/>
                </a:solidFill>
                <a:effectLst/>
                <a:uLnTx/>
                <a:uFillTx/>
                <a:latin typeface="+mn-lt"/>
                <a:ea typeface="+mn-ea"/>
                <a:cs typeface="+mn-cs"/>
              </a:rPr>
              <a:t> asociada una distribución demográfica de las especies.</a:t>
            </a:r>
            <a:endParaRPr kumimoji="0" lang="es-ES" sz="2800" b="0" i="0" u="none" strike="noStrike" kern="1200" cap="none" spc="0" normalizeH="0" baseline="0" noProof="0" dirty="0">
              <a:ln>
                <a:noFill/>
              </a:ln>
              <a:solidFill>
                <a:schemeClr val="bg1"/>
              </a:solidFill>
              <a:effectLst/>
              <a:uLnTx/>
              <a:uFillTx/>
              <a:latin typeface="+mn-lt"/>
              <a:ea typeface="+mn-ea"/>
              <a:cs typeface="+mn-cs"/>
            </a:endParaRPr>
          </a:p>
        </p:txBody>
      </p:sp>
      <p:pic>
        <p:nvPicPr>
          <p:cNvPr id="4098" name="Picture 2"/>
          <p:cNvPicPr>
            <a:picLocks noChangeAspect="1" noChangeArrowheads="1"/>
          </p:cNvPicPr>
          <p:nvPr/>
        </p:nvPicPr>
        <p:blipFill>
          <a:blip r:embed="rId2" cstate="print"/>
          <a:srcRect/>
          <a:stretch>
            <a:fillRect/>
          </a:stretch>
        </p:blipFill>
        <p:spPr bwMode="auto">
          <a:xfrm>
            <a:off x="428604" y="1504964"/>
            <a:ext cx="3008313" cy="50673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1 Título"/>
          <p:cNvSpPr>
            <a:spLocks noGrp="1"/>
          </p:cNvSpPr>
          <p:nvPr>
            <p:ph type="title"/>
          </p:nvPr>
        </p:nvSpPr>
        <p:spPr>
          <a:xfrm>
            <a:off x="971576" y="357157"/>
            <a:ext cx="6172200" cy="642943"/>
          </a:xfrm>
        </p:spPr>
        <p:txBody>
          <a:bodyPr>
            <a:normAutofit fontScale="90000"/>
          </a:bodyPr>
          <a:lstStyle/>
          <a:p>
            <a:r>
              <a:rPr lang="es-CO" dirty="0" smtClean="0">
                <a:solidFill>
                  <a:schemeClr val="accent1">
                    <a:lumMod val="50000"/>
                  </a:schemeClr>
                </a:solidFill>
                <a:effectLst/>
              </a:rPr>
              <a:t>Modelo de Simulación</a:t>
            </a:r>
            <a:endParaRPr lang="es-CO" dirty="0">
              <a:solidFill>
                <a:schemeClr val="accent1">
                  <a:lumMod val="50000"/>
                </a:schemeClr>
              </a:solidFill>
              <a:effectLst/>
            </a:endParaRPr>
          </a:p>
        </p:txBody>
      </p:sp>
      <p:sp>
        <p:nvSpPr>
          <p:cNvPr id="9" name="5 Marcador de contenido"/>
          <p:cNvSpPr txBox="1">
            <a:spLocks/>
          </p:cNvSpPr>
          <p:nvPr/>
        </p:nvSpPr>
        <p:spPr>
          <a:xfrm>
            <a:off x="285728" y="6929454"/>
            <a:ext cx="6215106" cy="1500198"/>
          </a:xfrm>
          <a:prstGeom prst="rect">
            <a:avLst/>
          </a:prstGeom>
        </p:spPr>
        <p:txBody>
          <a:bodyPr vert="horz" anchor="t">
            <a:normAutofit/>
          </a:bodyPr>
          <a:lstStyle/>
          <a:p>
            <a:pPr marL="448056" marR="0" lvl="0" indent="-384048" algn="just" defTabSz="914400" rtl="0" eaLnBrk="1" fontAlgn="auto" latinLnBrk="0" hangingPunct="1">
              <a:lnSpc>
                <a:spcPct val="100000"/>
              </a:lnSpc>
              <a:spcBef>
                <a:spcPct val="20000"/>
              </a:spcBef>
              <a:spcAft>
                <a:spcPts val="0"/>
              </a:spcAft>
              <a:buClr>
                <a:schemeClr val="accent1"/>
              </a:buClr>
              <a:buSzPct val="80000"/>
              <a:buFont typeface="Wingdings 2"/>
              <a:buChar char=""/>
              <a:tabLst/>
              <a:defRPr/>
            </a:pPr>
            <a:r>
              <a:rPr kumimoji="0" lang="es-MX" sz="2800" b="0" i="0" u="none" strike="noStrike" kern="1200" cap="none" spc="0" normalizeH="0" baseline="0" noProof="0" dirty="0" smtClean="0">
                <a:ln>
                  <a:noFill/>
                </a:ln>
                <a:solidFill>
                  <a:schemeClr val="bg1"/>
                </a:solidFill>
                <a:effectLst/>
                <a:uLnTx/>
                <a:uFillTx/>
                <a:latin typeface="+mn-lt"/>
                <a:ea typeface="+mn-ea"/>
                <a:cs typeface="+mn-cs"/>
              </a:rPr>
              <a:t>Conjunto de parámetros que le dan la característica cíclica a</a:t>
            </a:r>
            <a:r>
              <a:rPr kumimoji="0" lang="es-MX" sz="2800" b="0" i="0" u="none" strike="noStrike" kern="1200" cap="none" spc="0" normalizeH="0" noProof="0" dirty="0" smtClean="0">
                <a:ln>
                  <a:noFill/>
                </a:ln>
                <a:solidFill>
                  <a:schemeClr val="bg1"/>
                </a:solidFill>
                <a:effectLst/>
                <a:uLnTx/>
                <a:uFillTx/>
                <a:latin typeface="+mn-lt"/>
                <a:ea typeface="+mn-ea"/>
                <a:cs typeface="+mn-cs"/>
              </a:rPr>
              <a:t>l modelo.</a:t>
            </a:r>
            <a:endParaRPr kumimoji="0" lang="es-ES" sz="2800" b="0" i="0" u="none" strike="noStrike" kern="1200" cap="none" spc="0" normalizeH="0" baseline="0" noProof="0" dirty="0">
              <a:ln>
                <a:noFill/>
              </a:ln>
              <a:solidFill>
                <a:schemeClr val="bg1"/>
              </a:solidFill>
              <a:effectLst/>
              <a:uLnTx/>
              <a:uFillTx/>
              <a:latin typeface="+mn-lt"/>
              <a:ea typeface="+mn-ea"/>
              <a:cs typeface="+mn-cs"/>
            </a:endParaRPr>
          </a:p>
        </p:txBody>
      </p:sp>
      <p:pic>
        <p:nvPicPr>
          <p:cNvPr id="5123" name="Picture 3"/>
          <p:cNvPicPr>
            <a:picLocks noChangeAspect="1" noChangeArrowheads="1"/>
          </p:cNvPicPr>
          <p:nvPr/>
        </p:nvPicPr>
        <p:blipFill>
          <a:blip r:embed="rId2" cstate="print"/>
          <a:srcRect/>
          <a:stretch>
            <a:fillRect/>
          </a:stretch>
        </p:blipFill>
        <p:spPr bwMode="auto">
          <a:xfrm>
            <a:off x="642918" y="1340925"/>
            <a:ext cx="5643602" cy="5302777"/>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1 Título"/>
          <p:cNvSpPr>
            <a:spLocks noGrp="1"/>
          </p:cNvSpPr>
          <p:nvPr>
            <p:ph type="title"/>
          </p:nvPr>
        </p:nvSpPr>
        <p:spPr>
          <a:xfrm>
            <a:off x="971576" y="357157"/>
            <a:ext cx="6172200" cy="642943"/>
          </a:xfrm>
        </p:spPr>
        <p:txBody>
          <a:bodyPr>
            <a:normAutofit fontScale="90000"/>
          </a:bodyPr>
          <a:lstStyle/>
          <a:p>
            <a:r>
              <a:rPr lang="es-CO" dirty="0" smtClean="0">
                <a:solidFill>
                  <a:schemeClr val="accent1">
                    <a:lumMod val="50000"/>
                  </a:schemeClr>
                </a:solidFill>
                <a:effectLst/>
              </a:rPr>
              <a:t>Modelo de Simulación</a:t>
            </a:r>
            <a:endParaRPr lang="es-CO" dirty="0">
              <a:solidFill>
                <a:schemeClr val="accent1">
                  <a:lumMod val="50000"/>
                </a:schemeClr>
              </a:solidFill>
              <a:effectLst/>
            </a:endParaRPr>
          </a:p>
        </p:txBody>
      </p:sp>
      <p:sp>
        <p:nvSpPr>
          <p:cNvPr id="9" name="5 Marcador de contenido"/>
          <p:cNvSpPr txBox="1">
            <a:spLocks/>
          </p:cNvSpPr>
          <p:nvPr/>
        </p:nvSpPr>
        <p:spPr>
          <a:xfrm>
            <a:off x="571480" y="4929190"/>
            <a:ext cx="5429288" cy="500066"/>
          </a:xfrm>
          <a:prstGeom prst="rect">
            <a:avLst/>
          </a:prstGeom>
        </p:spPr>
        <p:txBody>
          <a:bodyPr vert="horz" anchor="t">
            <a:normAutofit/>
          </a:bodyPr>
          <a:lstStyle/>
          <a:p>
            <a:pPr marL="448056" marR="0" lvl="0" indent="-384048" algn="ctr" defTabSz="914400" rtl="0" eaLnBrk="1" fontAlgn="auto" latinLnBrk="0" hangingPunct="1">
              <a:lnSpc>
                <a:spcPct val="100000"/>
              </a:lnSpc>
              <a:spcBef>
                <a:spcPct val="20000"/>
              </a:spcBef>
              <a:spcAft>
                <a:spcPts val="0"/>
              </a:spcAft>
              <a:buClr>
                <a:schemeClr val="accent1"/>
              </a:buClr>
              <a:buSzPct val="80000"/>
              <a:tabLst/>
              <a:defRPr/>
            </a:pPr>
            <a:r>
              <a:rPr kumimoji="0" lang="es-MX" sz="2000" b="0" i="1" u="none" strike="noStrike" kern="1200" cap="none" spc="0" normalizeH="0" baseline="0" noProof="0" dirty="0" smtClean="0">
                <a:ln>
                  <a:noFill/>
                </a:ln>
                <a:solidFill>
                  <a:schemeClr val="tx1"/>
                </a:solidFill>
                <a:effectLst/>
                <a:uLnTx/>
                <a:uFillTx/>
                <a:latin typeface="+mn-lt"/>
                <a:ea typeface="+mn-ea"/>
                <a:cs typeface="+mn-cs"/>
              </a:rPr>
              <a:t>Modelo ampliado.</a:t>
            </a:r>
            <a:endParaRPr kumimoji="0" lang="es-ES" sz="2000" b="0" i="1" u="none" strike="noStrike" kern="1200" cap="none" spc="0" normalizeH="0" baseline="0" noProof="0" dirty="0">
              <a:ln>
                <a:noFill/>
              </a:ln>
              <a:solidFill>
                <a:schemeClr val="tx1"/>
              </a:solidFill>
              <a:effectLst/>
              <a:uLnTx/>
              <a:uFillTx/>
              <a:latin typeface="+mn-lt"/>
              <a:ea typeface="+mn-ea"/>
              <a:cs typeface="+mn-cs"/>
            </a:endParaRPr>
          </a:p>
        </p:txBody>
      </p:sp>
      <p:pic>
        <p:nvPicPr>
          <p:cNvPr id="1026" name="Picture 2"/>
          <p:cNvPicPr>
            <a:picLocks noChangeAspect="1" noChangeArrowheads="1"/>
          </p:cNvPicPr>
          <p:nvPr/>
        </p:nvPicPr>
        <p:blipFill>
          <a:blip r:embed="rId2" cstate="print"/>
          <a:srcRect/>
          <a:stretch>
            <a:fillRect/>
          </a:stretch>
        </p:blipFill>
        <p:spPr bwMode="auto">
          <a:xfrm>
            <a:off x="357166" y="1785918"/>
            <a:ext cx="6186289" cy="3071834"/>
          </a:xfrm>
          <a:prstGeom prst="rect">
            <a:avLst/>
          </a:prstGeom>
          <a:noFill/>
          <a:ln w="9525">
            <a:noFill/>
            <a:miter lim="800000"/>
            <a:headEnd/>
            <a:tailEnd/>
          </a:ln>
        </p:spPr>
      </p:pic>
      <p:sp>
        <p:nvSpPr>
          <p:cNvPr id="8" name="1 Título"/>
          <p:cNvSpPr>
            <a:spLocks noGrp="1"/>
          </p:cNvSpPr>
          <p:nvPr>
            <p:ph idx="1"/>
          </p:nvPr>
        </p:nvSpPr>
        <p:spPr>
          <a:xfrm>
            <a:off x="357166" y="5572132"/>
            <a:ext cx="6172200" cy="3000396"/>
          </a:xfrm>
        </p:spPr>
        <p:txBody>
          <a:bodyPr>
            <a:normAutofit fontScale="90000" lnSpcReduction="20000"/>
          </a:bodyPr>
          <a:lstStyle/>
          <a:p>
            <a:pPr algn="just"/>
            <a:r>
              <a:rPr lang="es-CO" dirty="0" smtClean="0">
                <a:solidFill>
                  <a:schemeClr val="bg1"/>
                </a:solidFill>
              </a:rPr>
              <a:t>La finalidad del modelo es determinar un nivel de presupuesto por medio del cual, a partir de un comportamiento normal, se muestre el concepto de la tragedia de los comunes al depredar completamente el recurso. </a:t>
            </a:r>
            <a:endParaRPr lang="es-CO" dirty="0">
              <a:solidFill>
                <a:schemeClr val="bg1"/>
              </a:solidFill>
              <a:effectLst/>
            </a:endParaRP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1 Título"/>
          <p:cNvSpPr txBox="1">
            <a:spLocks/>
          </p:cNvSpPr>
          <p:nvPr/>
        </p:nvSpPr>
        <p:spPr>
          <a:xfrm>
            <a:off x="1000108" y="357157"/>
            <a:ext cx="6172200" cy="642943"/>
          </a:xfrm>
          <a:prstGeom prst="rect">
            <a:avLst/>
          </a:prstGeom>
        </p:spPr>
        <p:txBody>
          <a:bodyPr vert="horz" anchor="ctr">
            <a:normAutofit fontScale="90000" lnSpcReduction="10000"/>
          </a:bodyPr>
          <a:lstStyle/>
          <a:p>
            <a:pPr marL="484632" marR="0" lvl="0" indent="0" algn="l" defTabSz="914400" rtl="0" eaLnBrk="1" fontAlgn="auto" latinLnBrk="0" hangingPunct="1">
              <a:lnSpc>
                <a:spcPct val="100000"/>
              </a:lnSpc>
              <a:spcBef>
                <a:spcPct val="0"/>
              </a:spcBef>
              <a:spcAft>
                <a:spcPts val="0"/>
              </a:spcAft>
              <a:buClrTx/>
              <a:buSzTx/>
              <a:buFontTx/>
              <a:buNone/>
              <a:tabLst/>
              <a:defRPr/>
            </a:pPr>
            <a:r>
              <a:rPr kumimoji="0" lang="es-CO" sz="4200" b="0" i="0" u="none" strike="noStrike" kern="1200" cap="none" spc="0" normalizeH="0" baseline="0" noProof="0" dirty="0" smtClean="0">
                <a:ln w="6350">
                  <a:solidFill>
                    <a:schemeClr val="accent1">
                      <a:shade val="43000"/>
                    </a:schemeClr>
                  </a:solidFill>
                </a:ln>
                <a:solidFill>
                  <a:schemeClr val="accent1">
                    <a:lumMod val="50000"/>
                  </a:schemeClr>
                </a:solidFill>
                <a:effectLst/>
                <a:uLnTx/>
                <a:uFillTx/>
                <a:latin typeface="+mj-lt"/>
                <a:ea typeface="+mj-ea"/>
                <a:cs typeface="+mj-cs"/>
              </a:rPr>
              <a:t>Modelo de Simulación</a:t>
            </a:r>
            <a:endParaRPr kumimoji="0" lang="es-CO" sz="4200" b="0" i="0" u="none" strike="noStrike" kern="1200" cap="none" spc="0" normalizeH="0" baseline="0" noProof="0" dirty="0">
              <a:ln w="6350">
                <a:solidFill>
                  <a:schemeClr val="accent1">
                    <a:shade val="43000"/>
                  </a:schemeClr>
                </a:solidFill>
              </a:ln>
              <a:solidFill>
                <a:schemeClr val="accent1">
                  <a:lumMod val="50000"/>
                </a:schemeClr>
              </a:solidFill>
              <a:effectLst/>
              <a:uLnTx/>
              <a:uFillTx/>
              <a:latin typeface="+mj-lt"/>
              <a:ea typeface="+mj-ea"/>
              <a:cs typeface="+mj-cs"/>
            </a:endParaRPr>
          </a:p>
        </p:txBody>
      </p:sp>
      <p:sp>
        <p:nvSpPr>
          <p:cNvPr id="6" name="1 Título"/>
          <p:cNvSpPr>
            <a:spLocks noGrp="1"/>
          </p:cNvSpPr>
          <p:nvPr>
            <p:ph idx="1"/>
          </p:nvPr>
        </p:nvSpPr>
        <p:spPr>
          <a:xfrm>
            <a:off x="342900" y="6643688"/>
            <a:ext cx="6172200" cy="1962150"/>
          </a:xfrm>
        </p:spPr>
        <p:txBody>
          <a:bodyPr>
            <a:normAutofit fontScale="97500"/>
          </a:bodyPr>
          <a:lstStyle/>
          <a:p>
            <a:r>
              <a:rPr lang="es-CO" dirty="0" smtClean="0">
                <a:solidFill>
                  <a:schemeClr val="bg1"/>
                </a:solidFill>
                <a:effectLst/>
              </a:rPr>
              <a:t>Gráficas de crecimiento de las especies sin presencia de embarcaciones.</a:t>
            </a:r>
            <a:endParaRPr lang="es-CO" dirty="0">
              <a:solidFill>
                <a:schemeClr val="bg1"/>
              </a:solidFill>
              <a:effectLst/>
            </a:endParaRPr>
          </a:p>
        </p:txBody>
      </p:sp>
      <p:pic>
        <p:nvPicPr>
          <p:cNvPr id="6146" name="Picture 2"/>
          <p:cNvPicPr>
            <a:picLocks noChangeAspect="1" noChangeArrowheads="1"/>
          </p:cNvPicPr>
          <p:nvPr/>
        </p:nvPicPr>
        <p:blipFill>
          <a:blip r:embed="rId2" cstate="print"/>
          <a:srcRect/>
          <a:stretch>
            <a:fillRect/>
          </a:stretch>
        </p:blipFill>
        <p:spPr bwMode="auto">
          <a:xfrm>
            <a:off x="1285860" y="1142976"/>
            <a:ext cx="4289425" cy="2503487"/>
          </a:xfrm>
          <a:prstGeom prst="rect">
            <a:avLst/>
          </a:prstGeom>
          <a:noFill/>
          <a:ln w="9525">
            <a:noFill/>
            <a:miter lim="800000"/>
            <a:headEnd/>
            <a:tailEnd/>
          </a:ln>
        </p:spPr>
      </p:pic>
      <p:pic>
        <p:nvPicPr>
          <p:cNvPr id="6147" name="Picture 3"/>
          <p:cNvPicPr>
            <a:picLocks noChangeAspect="1" noChangeArrowheads="1"/>
          </p:cNvPicPr>
          <p:nvPr/>
        </p:nvPicPr>
        <p:blipFill>
          <a:blip r:embed="rId3" cstate="print"/>
          <a:srcRect/>
          <a:stretch>
            <a:fillRect/>
          </a:stretch>
        </p:blipFill>
        <p:spPr bwMode="auto">
          <a:xfrm>
            <a:off x="1285860" y="3929058"/>
            <a:ext cx="4289425" cy="2513013"/>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1 Título"/>
          <p:cNvSpPr txBox="1">
            <a:spLocks/>
          </p:cNvSpPr>
          <p:nvPr/>
        </p:nvSpPr>
        <p:spPr>
          <a:xfrm>
            <a:off x="971576" y="357157"/>
            <a:ext cx="6172200" cy="642943"/>
          </a:xfrm>
          <a:prstGeom prst="rect">
            <a:avLst/>
          </a:prstGeom>
        </p:spPr>
        <p:txBody>
          <a:bodyPr vert="horz" anchor="ctr">
            <a:normAutofit fontScale="90000" lnSpcReduction="10000"/>
          </a:bodyPr>
          <a:lstStyle/>
          <a:p>
            <a:pPr marL="484632" marR="0" lvl="0" indent="0" algn="l" defTabSz="914400" rtl="0" eaLnBrk="1" fontAlgn="auto" latinLnBrk="0" hangingPunct="1">
              <a:lnSpc>
                <a:spcPct val="100000"/>
              </a:lnSpc>
              <a:spcBef>
                <a:spcPct val="0"/>
              </a:spcBef>
              <a:spcAft>
                <a:spcPts val="0"/>
              </a:spcAft>
              <a:buClrTx/>
              <a:buSzTx/>
              <a:buFontTx/>
              <a:buNone/>
              <a:tabLst/>
              <a:defRPr/>
            </a:pPr>
            <a:r>
              <a:rPr kumimoji="0" lang="es-CO" sz="4200" b="0" i="0" u="none" strike="noStrike" kern="1200" cap="none" spc="0" normalizeH="0" baseline="0" noProof="0" dirty="0" smtClean="0">
                <a:ln w="6350">
                  <a:solidFill>
                    <a:schemeClr val="accent1">
                      <a:shade val="43000"/>
                    </a:schemeClr>
                  </a:solidFill>
                </a:ln>
                <a:solidFill>
                  <a:schemeClr val="accent1">
                    <a:lumMod val="50000"/>
                  </a:schemeClr>
                </a:solidFill>
                <a:effectLst/>
                <a:uLnTx/>
                <a:uFillTx/>
                <a:latin typeface="+mj-lt"/>
                <a:ea typeface="+mj-ea"/>
                <a:cs typeface="+mj-cs"/>
              </a:rPr>
              <a:t>Modelo de Simulación</a:t>
            </a:r>
            <a:endParaRPr kumimoji="0" lang="es-CO" sz="4200" b="0" i="0" u="none" strike="noStrike" kern="1200" cap="none" spc="0" normalizeH="0" baseline="0" noProof="0" dirty="0">
              <a:ln w="6350">
                <a:solidFill>
                  <a:schemeClr val="accent1">
                    <a:shade val="43000"/>
                  </a:schemeClr>
                </a:solidFill>
              </a:ln>
              <a:solidFill>
                <a:schemeClr val="accent1">
                  <a:lumMod val="50000"/>
                </a:schemeClr>
              </a:solidFill>
              <a:effectLst/>
              <a:uLnTx/>
              <a:uFillTx/>
              <a:latin typeface="+mj-lt"/>
              <a:ea typeface="+mj-ea"/>
              <a:cs typeface="+mj-cs"/>
            </a:endParaRPr>
          </a:p>
        </p:txBody>
      </p:sp>
      <p:sp>
        <p:nvSpPr>
          <p:cNvPr id="6" name="1 Título"/>
          <p:cNvSpPr>
            <a:spLocks noGrp="1"/>
          </p:cNvSpPr>
          <p:nvPr>
            <p:ph idx="1"/>
          </p:nvPr>
        </p:nvSpPr>
        <p:spPr>
          <a:xfrm>
            <a:off x="342900" y="6643688"/>
            <a:ext cx="6172200" cy="1962150"/>
          </a:xfrm>
        </p:spPr>
        <p:txBody>
          <a:bodyPr>
            <a:normAutofit fontScale="97500"/>
          </a:bodyPr>
          <a:lstStyle/>
          <a:p>
            <a:r>
              <a:rPr lang="es-CO" dirty="0" smtClean="0">
                <a:solidFill>
                  <a:schemeClr val="bg1"/>
                </a:solidFill>
                <a:effectLst/>
              </a:rPr>
              <a:t>Gráficas de crecimiento y decrecimiento de las especies con embarcaciones.</a:t>
            </a:r>
            <a:endParaRPr lang="es-CO" dirty="0">
              <a:solidFill>
                <a:schemeClr val="bg1"/>
              </a:solidFill>
              <a:effectLst/>
            </a:endParaRPr>
          </a:p>
        </p:txBody>
      </p:sp>
      <p:pic>
        <p:nvPicPr>
          <p:cNvPr id="7170" name="Picture 2"/>
          <p:cNvPicPr>
            <a:picLocks noChangeAspect="1" noChangeArrowheads="1"/>
          </p:cNvPicPr>
          <p:nvPr/>
        </p:nvPicPr>
        <p:blipFill>
          <a:blip r:embed="rId2" cstate="print"/>
          <a:srcRect/>
          <a:stretch>
            <a:fillRect/>
          </a:stretch>
        </p:blipFill>
        <p:spPr bwMode="auto">
          <a:xfrm>
            <a:off x="1279525" y="1142976"/>
            <a:ext cx="4298950" cy="2503487"/>
          </a:xfrm>
          <a:prstGeom prst="rect">
            <a:avLst/>
          </a:prstGeom>
          <a:noFill/>
          <a:ln w="9525">
            <a:noFill/>
            <a:miter lim="800000"/>
            <a:headEnd/>
            <a:tailEnd/>
          </a:ln>
        </p:spPr>
      </p:pic>
      <p:pic>
        <p:nvPicPr>
          <p:cNvPr id="7171" name="Picture 3"/>
          <p:cNvPicPr>
            <a:picLocks noChangeAspect="1" noChangeArrowheads="1"/>
          </p:cNvPicPr>
          <p:nvPr/>
        </p:nvPicPr>
        <p:blipFill>
          <a:blip r:embed="rId3" cstate="print"/>
          <a:srcRect/>
          <a:stretch>
            <a:fillRect/>
          </a:stretch>
        </p:blipFill>
        <p:spPr bwMode="auto">
          <a:xfrm>
            <a:off x="1292225" y="3808425"/>
            <a:ext cx="4273550" cy="2478087"/>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3 Rectángulo redondeado"/>
          <p:cNvSpPr/>
          <p:nvPr/>
        </p:nvSpPr>
        <p:spPr>
          <a:xfrm>
            <a:off x="928670" y="5929323"/>
            <a:ext cx="4857784" cy="928694"/>
          </a:xfrm>
          <a:prstGeom prst="round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2" name="1 Título"/>
          <p:cNvSpPr>
            <a:spLocks noGrp="1"/>
          </p:cNvSpPr>
          <p:nvPr>
            <p:ph type="title"/>
          </p:nvPr>
        </p:nvSpPr>
        <p:spPr/>
        <p:txBody>
          <a:bodyPr/>
          <a:lstStyle/>
          <a:p>
            <a:pPr algn="r"/>
            <a:r>
              <a:rPr lang="es-CO" dirty="0" smtClean="0">
                <a:solidFill>
                  <a:schemeClr val="accent1">
                    <a:lumMod val="50000"/>
                  </a:schemeClr>
                </a:solidFill>
              </a:rPr>
              <a:t>Contenido</a:t>
            </a:r>
            <a:endParaRPr lang="es-CO" dirty="0">
              <a:solidFill>
                <a:schemeClr val="accent1">
                  <a:lumMod val="50000"/>
                </a:schemeClr>
              </a:solidFill>
            </a:endParaRPr>
          </a:p>
        </p:txBody>
      </p:sp>
      <p:sp>
        <p:nvSpPr>
          <p:cNvPr id="3" name="2 Marcador de contenido"/>
          <p:cNvSpPr>
            <a:spLocks noGrp="1"/>
          </p:cNvSpPr>
          <p:nvPr>
            <p:ph idx="1"/>
          </p:nvPr>
        </p:nvSpPr>
        <p:spPr>
          <a:xfrm>
            <a:off x="500042" y="2643174"/>
            <a:ext cx="6000792" cy="5286412"/>
          </a:xfrm>
        </p:spPr>
        <p:txBody>
          <a:bodyPr>
            <a:normAutofit/>
          </a:bodyPr>
          <a:lstStyle/>
          <a:p>
            <a:pPr>
              <a:spcAft>
                <a:spcPts val="1200"/>
              </a:spcAft>
            </a:pPr>
            <a:r>
              <a:rPr lang="es-CO" dirty="0" smtClean="0">
                <a:solidFill>
                  <a:schemeClr val="bg1"/>
                </a:solidFill>
              </a:rPr>
              <a:t>Objetivos</a:t>
            </a:r>
          </a:p>
          <a:p>
            <a:pPr>
              <a:spcAft>
                <a:spcPts val="1200"/>
              </a:spcAft>
            </a:pPr>
            <a:r>
              <a:rPr lang="es-CO" dirty="0" smtClean="0">
                <a:solidFill>
                  <a:schemeClr val="bg1"/>
                </a:solidFill>
              </a:rPr>
              <a:t>Idea del proyecto</a:t>
            </a:r>
          </a:p>
          <a:p>
            <a:pPr>
              <a:spcAft>
                <a:spcPts val="1200"/>
              </a:spcAft>
            </a:pPr>
            <a:r>
              <a:rPr lang="es-CO" dirty="0" smtClean="0">
                <a:solidFill>
                  <a:schemeClr val="bg1"/>
                </a:solidFill>
              </a:rPr>
              <a:t>¿En qué consiste el proyecto?</a:t>
            </a:r>
          </a:p>
          <a:p>
            <a:pPr>
              <a:spcAft>
                <a:spcPts val="1200"/>
              </a:spcAft>
            </a:pPr>
            <a:r>
              <a:rPr lang="es-CO" dirty="0" smtClean="0">
                <a:solidFill>
                  <a:schemeClr val="bg1"/>
                </a:solidFill>
              </a:rPr>
              <a:t>Desarrollo del proyecto</a:t>
            </a:r>
          </a:p>
          <a:p>
            <a:pPr>
              <a:spcAft>
                <a:spcPts val="1200"/>
              </a:spcAft>
            </a:pPr>
            <a:r>
              <a:rPr lang="es-CO" dirty="0" smtClean="0">
                <a:solidFill>
                  <a:schemeClr val="bg1"/>
                </a:solidFill>
              </a:rPr>
              <a:t>Trabajo Futuro e Impacto Esperado</a:t>
            </a:r>
          </a:p>
          <a:p>
            <a:pPr>
              <a:spcAft>
                <a:spcPts val="1200"/>
              </a:spcAft>
            </a:pPr>
            <a:endParaRPr lang="es-CO" dirty="0" smtClean="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9"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1000" fill="hold"/>
                                        <p:tgtEl>
                                          <p:spTgt spid="4"/>
                                        </p:tgtEl>
                                        <p:attrNameLst>
                                          <p:attrName>ppt_x</p:attrName>
                                        </p:attrNameLst>
                                      </p:cBhvr>
                                      <p:tavLst>
                                        <p:tav tm="0">
                                          <p:val>
                                            <p:strVal val="#ppt_x-.2"/>
                                          </p:val>
                                        </p:tav>
                                        <p:tav tm="100000">
                                          <p:val>
                                            <p:strVal val="#ppt_x"/>
                                          </p:val>
                                        </p:tav>
                                      </p:tavLst>
                                    </p:anim>
                                    <p:anim calcmode="lin" valueType="num">
                                      <p:cBhvr>
                                        <p:cTn id="8" dur="1000" fill="hold"/>
                                        <p:tgtEl>
                                          <p:spTgt spid="4"/>
                                        </p:tgtEl>
                                        <p:attrNameLst>
                                          <p:attrName>ppt_y</p:attrName>
                                        </p:attrNameLst>
                                      </p:cBhvr>
                                      <p:tavLst>
                                        <p:tav tm="0">
                                          <p:val>
                                            <p:strVal val="#ppt_y"/>
                                          </p:val>
                                        </p:tav>
                                        <p:tav tm="100000">
                                          <p:val>
                                            <p:strVal val="#ppt_y"/>
                                          </p:val>
                                        </p:tav>
                                      </p:tavLst>
                                    </p:anim>
                                    <p:animEffect transition="in" filter="wipe(right)" prLst="gradientSize: 0.1">
                                      <p:cBhvr>
                                        <p:cTn id="9" dur="1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p:txBody>
          <a:bodyPr/>
          <a:lstStyle/>
          <a:p>
            <a:pPr algn="just"/>
            <a:r>
              <a:rPr lang="es-CO" dirty="0" smtClean="0">
                <a:solidFill>
                  <a:schemeClr val="bg1"/>
                </a:solidFill>
              </a:rPr>
              <a:t>Programación y diagramación del aplicativo a partir del modelo de simulación.</a:t>
            </a:r>
          </a:p>
          <a:p>
            <a:pPr algn="just"/>
            <a:endParaRPr lang="es-CO" dirty="0" smtClean="0">
              <a:solidFill>
                <a:schemeClr val="bg1"/>
              </a:solidFill>
            </a:endParaRPr>
          </a:p>
          <a:p>
            <a:pPr algn="just"/>
            <a:r>
              <a:rPr lang="es-CO" dirty="0" smtClean="0">
                <a:solidFill>
                  <a:schemeClr val="bg1"/>
                </a:solidFill>
              </a:rPr>
              <a:t>Validación del juego a través de su aplicación en las diferentes modalidades del programa de Ingeniería Industrial de la Universidad de Antioquia.</a:t>
            </a:r>
          </a:p>
          <a:p>
            <a:pPr algn="just"/>
            <a:endParaRPr lang="es-CO" dirty="0">
              <a:solidFill>
                <a:schemeClr val="bg1"/>
              </a:solidFill>
            </a:endParaRPr>
          </a:p>
        </p:txBody>
      </p:sp>
      <p:sp>
        <p:nvSpPr>
          <p:cNvPr id="4" name="1 Título"/>
          <p:cNvSpPr>
            <a:spLocks noGrp="1"/>
          </p:cNvSpPr>
          <p:nvPr>
            <p:ph type="title"/>
          </p:nvPr>
        </p:nvSpPr>
        <p:spPr/>
        <p:txBody>
          <a:bodyPr/>
          <a:lstStyle/>
          <a:p>
            <a:pPr algn="r"/>
            <a:r>
              <a:rPr lang="es-CO" dirty="0" smtClean="0">
                <a:solidFill>
                  <a:schemeClr val="accent1">
                    <a:lumMod val="50000"/>
                  </a:schemeClr>
                </a:solidFill>
              </a:rPr>
              <a:t>Trabajo Futuro</a:t>
            </a:r>
            <a:endParaRPr lang="es-CO" dirty="0">
              <a:solidFill>
                <a:schemeClr val="accent1">
                  <a:lumMod val="50000"/>
                </a:schemeClr>
              </a:solidFill>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pPr algn="r"/>
            <a:r>
              <a:rPr lang="es-CO" dirty="0" smtClean="0">
                <a:solidFill>
                  <a:schemeClr val="accent1">
                    <a:lumMod val="50000"/>
                  </a:schemeClr>
                </a:solidFill>
              </a:rPr>
              <a:t>Impacto Esperado</a:t>
            </a:r>
            <a:endParaRPr lang="es-CO" dirty="0"/>
          </a:p>
        </p:txBody>
      </p:sp>
      <p:sp>
        <p:nvSpPr>
          <p:cNvPr id="3" name="2 Marcador de contenido"/>
          <p:cNvSpPr>
            <a:spLocks noGrp="1"/>
          </p:cNvSpPr>
          <p:nvPr>
            <p:ph idx="1"/>
          </p:nvPr>
        </p:nvSpPr>
        <p:spPr/>
        <p:txBody>
          <a:bodyPr/>
          <a:lstStyle/>
          <a:p>
            <a:pPr algn="just"/>
            <a:r>
              <a:rPr lang="es-CO" dirty="0" smtClean="0">
                <a:solidFill>
                  <a:schemeClr val="bg1"/>
                </a:solidFill>
              </a:rPr>
              <a:t>El uso, aprovechamiento y  permanencia de este tipo de herramientas en el proceso de enseñanza-aprendizaje.</a:t>
            </a:r>
          </a:p>
          <a:p>
            <a:pPr algn="just"/>
            <a:r>
              <a:rPr lang="es-CO" dirty="0" smtClean="0">
                <a:solidFill>
                  <a:schemeClr val="bg1"/>
                </a:solidFill>
              </a:rPr>
              <a:t>Desarrollo de otras herramientas lúdicas para el apoyo de los cursos de Ingeniería Industrial.</a:t>
            </a:r>
          </a:p>
          <a:p>
            <a:pPr algn="just"/>
            <a:endParaRPr lang="es-CO" dirty="0">
              <a:solidFill>
                <a:schemeClr val="bg1"/>
              </a:solidFill>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285728" y="2071670"/>
            <a:ext cx="6172200" cy="6096000"/>
          </a:xfrm>
        </p:spPr>
        <p:txBody>
          <a:bodyPr/>
          <a:lstStyle/>
          <a:p>
            <a:pPr defTabSz="912813"/>
            <a:r>
              <a:rPr lang="es-CO" b="1" dirty="0" smtClean="0">
                <a:solidFill>
                  <a:schemeClr val="bg1"/>
                </a:solidFill>
                <a:latin typeface="Century Gothic" pitchFamily="34" charset="0"/>
              </a:rPr>
              <a:t>Eric Castañeda Gómez</a:t>
            </a:r>
            <a:endParaRPr lang="es-CO" b="1" dirty="0" smtClean="0">
              <a:solidFill>
                <a:schemeClr val="bg1"/>
              </a:solidFill>
              <a:latin typeface="Century Gothic" pitchFamily="34" charset="0"/>
            </a:endParaRPr>
          </a:p>
          <a:p>
            <a:pPr lvl="1" defTabSz="912813">
              <a:buNone/>
            </a:pPr>
            <a:r>
              <a:rPr lang="es-CO" sz="3200" b="1" dirty="0" smtClean="0">
                <a:solidFill>
                  <a:schemeClr val="accent1">
                    <a:lumMod val="50000"/>
                  </a:schemeClr>
                </a:solidFill>
                <a:latin typeface="Century Gothic" pitchFamily="34" charset="0"/>
              </a:rPr>
              <a:t>industrialnivel1@gmail.com</a:t>
            </a:r>
            <a:endParaRPr lang="es-CO" sz="3200" b="1" dirty="0" smtClean="0">
              <a:solidFill>
                <a:schemeClr val="accent1">
                  <a:lumMod val="50000"/>
                </a:schemeClr>
              </a:solidFill>
              <a:latin typeface="Century Gothic" pitchFamily="34" charset="0"/>
            </a:endParaRPr>
          </a:p>
          <a:p>
            <a:pPr lvl="1" defTabSz="912813">
              <a:buNone/>
            </a:pPr>
            <a:endParaRPr lang="es-CO" b="1" dirty="0" smtClean="0">
              <a:solidFill>
                <a:schemeClr val="bg1"/>
              </a:solidFill>
              <a:latin typeface="Century Gothic" pitchFamily="34" charset="0"/>
            </a:endParaRPr>
          </a:p>
          <a:p>
            <a:pPr defTabSz="912813"/>
            <a:r>
              <a:rPr lang="es-CO" b="1" dirty="0" smtClean="0">
                <a:solidFill>
                  <a:schemeClr val="bg1"/>
                </a:solidFill>
                <a:latin typeface="Century Gothic" pitchFamily="34" charset="0"/>
              </a:rPr>
              <a:t>Grupo </a:t>
            </a:r>
            <a:r>
              <a:rPr lang="es-CO" b="1" dirty="0" err="1" smtClean="0">
                <a:solidFill>
                  <a:schemeClr val="bg1"/>
                </a:solidFill>
                <a:latin typeface="Century Gothic" pitchFamily="34" charset="0"/>
              </a:rPr>
              <a:t>Ludens</a:t>
            </a:r>
            <a:endParaRPr lang="es-CO" b="1" dirty="0" smtClean="0">
              <a:solidFill>
                <a:schemeClr val="bg1"/>
              </a:solidFill>
              <a:latin typeface="Century Gothic" pitchFamily="34" charset="0"/>
            </a:endParaRPr>
          </a:p>
          <a:p>
            <a:pPr defTabSz="912813">
              <a:buNone/>
            </a:pPr>
            <a:r>
              <a:rPr lang="es-CO" sz="3200" b="1" dirty="0" smtClean="0">
                <a:solidFill>
                  <a:schemeClr val="bg1"/>
                </a:solidFill>
                <a:latin typeface="Century Gothic" pitchFamily="34" charset="0"/>
              </a:rPr>
              <a:t>  </a:t>
            </a:r>
            <a:r>
              <a:rPr lang="es-CO" sz="3200" b="1" dirty="0" smtClean="0">
                <a:solidFill>
                  <a:schemeClr val="accent1">
                    <a:lumMod val="50000"/>
                  </a:schemeClr>
                </a:solidFill>
                <a:latin typeface="Century Gothic" pitchFamily="34" charset="0"/>
              </a:rPr>
              <a:t>grupoludens@gmail.com</a:t>
            </a:r>
          </a:p>
          <a:p>
            <a:pPr defTabSz="912813">
              <a:buNone/>
            </a:pPr>
            <a:endParaRPr lang="es-CO" b="1" dirty="0" smtClean="0">
              <a:solidFill>
                <a:schemeClr val="bg1"/>
              </a:solidFill>
              <a:latin typeface="Century Gothic" pitchFamily="34" charset="0"/>
            </a:endParaRPr>
          </a:p>
          <a:p>
            <a:pPr defTabSz="912813">
              <a:buNone/>
            </a:pPr>
            <a:endParaRPr lang="es-CO" b="1" dirty="0" smtClean="0">
              <a:solidFill>
                <a:schemeClr val="bg1"/>
              </a:solidFill>
              <a:latin typeface="Century Gothic" pitchFamily="34" charset="0"/>
            </a:endParaRPr>
          </a:p>
          <a:p>
            <a:endParaRPr lang="es-ES_tradnl" dirty="0">
              <a:solidFill>
                <a:schemeClr val="bg1"/>
              </a:solidFill>
            </a:endParaRPr>
          </a:p>
        </p:txBody>
      </p:sp>
      <p:sp>
        <p:nvSpPr>
          <p:cNvPr id="5" name="4 Rectángulo"/>
          <p:cNvSpPr/>
          <p:nvPr/>
        </p:nvSpPr>
        <p:spPr>
          <a:xfrm>
            <a:off x="0" y="7610797"/>
            <a:ext cx="6858000" cy="461665"/>
          </a:xfrm>
          <a:prstGeom prst="rect">
            <a:avLst/>
          </a:prstGeom>
        </p:spPr>
        <p:txBody>
          <a:bodyPr wrap="square">
            <a:spAutoFit/>
          </a:bodyPr>
          <a:lstStyle/>
          <a:p>
            <a:pPr algn="ctr" defTabSz="912813"/>
            <a:r>
              <a:rPr lang="es-CO" sz="2400" b="1" dirty="0" smtClean="0">
                <a:solidFill>
                  <a:schemeClr val="accent1">
                    <a:lumMod val="50000"/>
                  </a:schemeClr>
                </a:solidFill>
                <a:latin typeface="Century Gothic" pitchFamily="34" charset="0"/>
              </a:rPr>
              <a:t>Departamento de Ingeniería Industrial</a:t>
            </a:r>
          </a:p>
        </p:txBody>
      </p:sp>
      <p:sp>
        <p:nvSpPr>
          <p:cNvPr id="6" name="1 Título"/>
          <p:cNvSpPr txBox="1">
            <a:spLocks/>
          </p:cNvSpPr>
          <p:nvPr/>
        </p:nvSpPr>
        <p:spPr>
          <a:xfrm>
            <a:off x="1500174" y="642910"/>
            <a:ext cx="4886340" cy="642943"/>
          </a:xfrm>
          <a:prstGeom prst="rect">
            <a:avLst/>
          </a:prstGeom>
        </p:spPr>
        <p:txBody>
          <a:bodyPr vert="horz" anchor="ctr">
            <a:normAutofit fontScale="90000" lnSpcReduction="10000"/>
          </a:bodyPr>
          <a:lstStyle/>
          <a:p>
            <a:pPr marL="484632" marR="0" lvl="0" indent="0" algn="r" defTabSz="914400" rtl="0" eaLnBrk="1" fontAlgn="auto" latinLnBrk="0" hangingPunct="1">
              <a:lnSpc>
                <a:spcPct val="100000"/>
              </a:lnSpc>
              <a:spcBef>
                <a:spcPct val="0"/>
              </a:spcBef>
              <a:spcAft>
                <a:spcPts val="0"/>
              </a:spcAft>
              <a:buClrTx/>
              <a:buSzTx/>
              <a:buFontTx/>
              <a:buNone/>
              <a:tabLst/>
              <a:defRPr/>
            </a:pPr>
            <a:r>
              <a:rPr kumimoji="0" lang="es-CO" sz="4200" b="0" i="0" u="none" strike="noStrike" kern="1200" cap="none" spc="0" normalizeH="0" baseline="0" noProof="0" dirty="0" smtClean="0">
                <a:ln w="6350">
                  <a:solidFill>
                    <a:schemeClr val="accent1">
                      <a:shade val="43000"/>
                    </a:schemeClr>
                  </a:solidFill>
                </a:ln>
                <a:solidFill>
                  <a:schemeClr val="accent1">
                    <a:lumMod val="50000"/>
                  </a:schemeClr>
                </a:solidFill>
                <a:effectLst/>
                <a:uLnTx/>
                <a:uFillTx/>
                <a:latin typeface="+mj-lt"/>
                <a:ea typeface="+mj-ea"/>
                <a:cs typeface="+mj-cs"/>
              </a:rPr>
              <a:t>Contactos</a:t>
            </a:r>
            <a:endParaRPr kumimoji="0" lang="es-CO" sz="4200" b="0" i="0" u="none" strike="noStrike" kern="1200" cap="none" spc="0" normalizeH="0" baseline="0" noProof="0" dirty="0">
              <a:ln w="6350">
                <a:solidFill>
                  <a:schemeClr val="accent1">
                    <a:shade val="43000"/>
                  </a:schemeClr>
                </a:solidFill>
              </a:ln>
              <a:solidFill>
                <a:schemeClr val="accent1">
                  <a:lumMod val="50000"/>
                </a:schemeClr>
              </a:solidFill>
              <a:effectLst/>
              <a:uLnTx/>
              <a:uFillTx/>
              <a:latin typeface="+mj-lt"/>
              <a:ea typeface="+mj-ea"/>
              <a:cs typeface="+mj-cs"/>
            </a:endParaRPr>
          </a:p>
        </p:txBody>
      </p:sp>
      <p:pic>
        <p:nvPicPr>
          <p:cNvPr id="7" name="6 Imagen" descr="logo-udea.jpg"/>
          <p:cNvPicPr>
            <a:picLocks noChangeAspect="1"/>
          </p:cNvPicPr>
          <p:nvPr/>
        </p:nvPicPr>
        <p:blipFill>
          <a:blip r:embed="rId2" cstate="print"/>
          <a:stretch>
            <a:fillRect/>
          </a:stretch>
        </p:blipFill>
        <p:spPr bwMode="auto">
          <a:xfrm>
            <a:off x="2357430" y="5715008"/>
            <a:ext cx="1714512" cy="1714512"/>
          </a:xfrm>
          <a:prstGeom prst="rect">
            <a:avLst/>
          </a:prstGeom>
          <a:effectLst>
            <a:outerShdw blurRad="50800" dist="50800" dir="5400000" algn="ctr" rotWithShape="0">
              <a:srgbClr val="000000">
                <a:alpha val="0"/>
              </a:srgbClr>
            </a:outerShdw>
          </a:effectLst>
        </p:spPr>
      </p:pic>
    </p:spTree>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Brío">
  <a:themeElements>
    <a:clrScheme name="Personalizado 3">
      <a:dk1>
        <a:sysClr val="windowText" lastClr="000000"/>
      </a:dk1>
      <a:lt1>
        <a:sysClr val="window" lastClr="FFFFFF"/>
      </a:lt1>
      <a:dk2>
        <a:srgbClr val="FFFFFF"/>
      </a:dk2>
      <a:lt2>
        <a:srgbClr val="D6ECFF"/>
      </a:lt2>
      <a:accent1>
        <a:srgbClr val="7FD13B"/>
      </a:accent1>
      <a:accent2>
        <a:srgbClr val="EA157A"/>
      </a:accent2>
      <a:accent3>
        <a:srgbClr val="FEB80A"/>
      </a:accent3>
      <a:accent4>
        <a:srgbClr val="00ADDC"/>
      </a:accent4>
      <a:accent5>
        <a:srgbClr val="738AC8"/>
      </a:accent5>
      <a:accent6>
        <a:srgbClr val="1AB39F"/>
      </a:accent6>
      <a:hlink>
        <a:srgbClr val="EB8803"/>
      </a:hlink>
      <a:folHlink>
        <a:srgbClr val="5F7791"/>
      </a:folHlink>
    </a:clrScheme>
    <a:fontScheme name="Brío">
      <a:majorFont>
        <a:latin typeface="Century Gothic"/>
        <a:ea typeface=""/>
        <a:cs typeface=""/>
        <a:font script="Jpan" typeface="HGｺﾞｼｯｸM"/>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Century Gothic"/>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minorFont>
    </a:fontScheme>
    <a:fmtScheme name="Brío">
      <a:fillStyleLst>
        <a:solidFill>
          <a:schemeClr val="phClr"/>
        </a:solidFill>
        <a:gradFill rotWithShape="1">
          <a:gsLst>
            <a:gs pos="0">
              <a:schemeClr val="phClr">
                <a:tint val="10000"/>
                <a:satMod val="300000"/>
              </a:schemeClr>
            </a:gs>
            <a:gs pos="34000">
              <a:schemeClr val="phClr">
                <a:tint val="13500"/>
                <a:satMod val="250000"/>
              </a:schemeClr>
            </a:gs>
            <a:gs pos="100000">
              <a:schemeClr val="phClr">
                <a:tint val="60000"/>
                <a:satMod val="200000"/>
              </a:schemeClr>
            </a:gs>
          </a:gsLst>
          <a:path path="circle">
            <a:fillToRect l="50000" t="155000" r="50000" b="-55000"/>
          </a:path>
        </a:gradFill>
        <a:gradFill rotWithShape="1">
          <a:gsLst>
            <a:gs pos="0">
              <a:schemeClr val="phClr">
                <a:tint val="60000"/>
                <a:satMod val="160000"/>
              </a:schemeClr>
            </a:gs>
            <a:gs pos="46000">
              <a:schemeClr val="phClr">
                <a:tint val="86000"/>
                <a:satMod val="160000"/>
              </a:schemeClr>
            </a:gs>
            <a:gs pos="100000">
              <a:schemeClr val="phClr">
                <a:shade val="40000"/>
                <a:satMod val="160000"/>
              </a:schemeClr>
            </a:gs>
          </a:gsLst>
          <a:path path="circle">
            <a:fillToRect l="50000" t="155000" r="50000" b="-55000"/>
          </a:path>
        </a:gradFill>
      </a:fillStyleLst>
      <a:lnStyleLst>
        <a:ln w="9525" cap="flat" cmpd="sng" algn="ctr">
          <a:solidFill>
            <a:schemeClr val="phClr">
              <a:satMod val="120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63500" dist="25400" dir="14700000" algn="t" rotWithShape="0">
              <a:srgbClr val="000000">
                <a:alpha val="50000"/>
              </a:srgbClr>
            </a:outerShdw>
          </a:effectLst>
        </a:effectStyle>
        <a:effectStyle>
          <a:effectLst>
            <a:outerShdw blurRad="50800" dist="38100" dir="14700000" algn="t" rotWithShape="0">
              <a:srgbClr val="000000">
                <a:alpha val="60000"/>
              </a:srgbClr>
            </a:outerShdw>
          </a:effectLst>
        </a:effectStyle>
        <a:effectStyle>
          <a:effectLst>
            <a:outerShdw blurRad="50800" dist="38100" dir="14700000" algn="t" rotWithShape="0">
              <a:srgbClr val="000000">
                <a:alpha val="60000"/>
              </a:srgbClr>
            </a:outerShdw>
          </a:effectLst>
          <a:scene3d>
            <a:camera prst="orthographicFront" fov="0">
              <a:rot lat="0" lon="0" rev="0"/>
            </a:camera>
            <a:lightRig rig="contrasting" dir="t">
              <a:rot lat="0" lon="0" rev="3600000"/>
            </a:lightRig>
          </a:scene3d>
          <a:sp3d prstMaterial="plastic">
            <a:bevelT w="127000" h="38200" prst="relaxedInset"/>
            <a:contourClr>
              <a:schemeClr val="phClr"/>
            </a:contourClr>
          </a:sp3d>
        </a:effectStyle>
      </a:effectStyleLst>
      <a:bgFillStyleLst>
        <a:solidFill>
          <a:schemeClr val="phClr"/>
        </a:solidFill>
        <a:gradFill rotWithShape="1">
          <a:gsLst>
            <a:gs pos="0">
              <a:schemeClr val="phClr">
                <a:shade val="48000"/>
                <a:satMod val="230000"/>
              </a:schemeClr>
            </a:gs>
            <a:gs pos="60000">
              <a:schemeClr val="phClr">
                <a:shade val="92000"/>
                <a:satMod val="230000"/>
              </a:schemeClr>
            </a:gs>
            <a:gs pos="100000">
              <a:schemeClr val="phClr">
                <a:tint val="85000"/>
                <a:satMod val="400000"/>
              </a:schemeClr>
            </a:gs>
          </a:gsLst>
          <a:lin ang="5400000" scaled="0"/>
        </a:gradFill>
        <a:blipFill>
          <a:blip xmlns:r="http://schemas.openxmlformats.org/officeDocument/2006/relationships" r:embed="rId1">
            <a:duotone>
              <a:schemeClr val="phClr">
                <a:shade val="1200"/>
                <a:satMod val="150000"/>
              </a:schemeClr>
              <a:schemeClr val="phClr">
                <a:tint val="90000"/>
                <a:satMod val="150000"/>
              </a:schemeClr>
            </a:duotone>
          </a:blip>
          <a:tile tx="0" ty="0" sx="70000" sy="70000" flip="none" algn="tl"/>
        </a:blipFill>
      </a:bgFillStyleLst>
    </a:fmtScheme>
  </a:themeElements>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Oriel</Template>
  <TotalTime>1294</TotalTime>
  <Words>822</Words>
  <Application>Microsoft Office PowerPoint</Application>
  <PresentationFormat>Presentación en pantalla (4:3)</PresentationFormat>
  <Paragraphs>127</Paragraphs>
  <Slides>24</Slides>
  <Notes>2</Notes>
  <HiddenSlides>0</HiddenSlides>
  <MMClips>0</MMClips>
  <ScaleCrop>false</ScaleCrop>
  <HeadingPairs>
    <vt:vector size="4" baseType="variant">
      <vt:variant>
        <vt:lpstr>Tema</vt:lpstr>
      </vt:variant>
      <vt:variant>
        <vt:i4>1</vt:i4>
      </vt:variant>
      <vt:variant>
        <vt:lpstr>Títulos de diapositiva</vt:lpstr>
      </vt:variant>
      <vt:variant>
        <vt:i4>24</vt:i4>
      </vt:variant>
    </vt:vector>
  </HeadingPairs>
  <TitlesOfParts>
    <vt:vector size="25" baseType="lpstr">
      <vt:lpstr>Brío</vt:lpstr>
      <vt:lpstr>Desarrollo de un Aplicativo Web Basado en el  Juego Fish Bank  para su Ejecución  en Red Multiplayer</vt:lpstr>
      <vt:lpstr>Contenido</vt:lpstr>
      <vt:lpstr>Objetivos</vt:lpstr>
      <vt:lpstr>Contenido</vt:lpstr>
      <vt:lpstr>La idea surgió de…</vt:lpstr>
      <vt:lpstr>La idea surgió de…</vt:lpstr>
      <vt:lpstr>Contenido</vt:lpstr>
      <vt:lpstr>¿En qué consiste el proyecto?</vt:lpstr>
      <vt:lpstr>Contenido</vt:lpstr>
      <vt:lpstr>Desarrollo del Proyecto</vt:lpstr>
      <vt:lpstr>Ubicación Espacio- Geográfica</vt:lpstr>
      <vt:lpstr>Diapositiva 12</vt:lpstr>
      <vt:lpstr>Modelo de Simulación</vt:lpstr>
      <vt:lpstr>Modelo de Simulación</vt:lpstr>
      <vt:lpstr>Modelo de Simulación</vt:lpstr>
      <vt:lpstr>Modelo de Simulación</vt:lpstr>
      <vt:lpstr>Modelo de Simulación</vt:lpstr>
      <vt:lpstr>Modelo de Simulación</vt:lpstr>
      <vt:lpstr>Diapositiva 19</vt:lpstr>
      <vt:lpstr>Diapositiva 20</vt:lpstr>
      <vt:lpstr>Contenido</vt:lpstr>
      <vt:lpstr>Trabajo Futuro</vt:lpstr>
      <vt:lpstr>Impacto Esperado</vt:lpstr>
      <vt:lpstr>Diapositiva 24</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Diapositiva 1</dc:title>
  <dc:creator>CAROLINA</dc:creator>
  <cp:lastModifiedBy>CAROLINA</cp:lastModifiedBy>
  <cp:revision>124</cp:revision>
  <dcterms:created xsi:type="dcterms:W3CDTF">2010-03-08T02:47:36Z</dcterms:created>
  <dcterms:modified xsi:type="dcterms:W3CDTF">2010-06-03T22:40:40Z</dcterms:modified>
</cp:coreProperties>
</file>